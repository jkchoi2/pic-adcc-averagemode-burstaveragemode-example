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handoutMasterIdLst>
    <p:handoutMasterId r:id="rId14"/>
  </p:handoutMasterIdLst>
  <p:sldIdLst>
    <p:sldId id="269" r:id="rId2"/>
    <p:sldId id="270" r:id="rId3"/>
    <p:sldId id="271" r:id="rId4"/>
    <p:sldId id="272" r:id="rId5"/>
    <p:sldId id="273" r:id="rId6"/>
    <p:sldId id="265" r:id="rId7"/>
    <p:sldId id="268" r:id="rId8"/>
    <p:sldId id="274" r:id="rId9"/>
    <p:sldId id="275" r:id="rId10"/>
    <p:sldId id="276" r:id="rId11"/>
    <p:sldId id="277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1" d="100"/>
          <a:sy n="71" d="100"/>
        </p:scale>
        <p:origin x="375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B93E7234-B5C2-79BE-1B0D-B406ABF7443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7275A93-5F3A-C7E2-0F3F-5A6B5A8AD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EBDA14-F0DF-4D60-9FD2-F050CD743FF6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7F1224D-8BDF-63AD-33A4-0F53C8820E7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F90BEB1-B880-230B-9E10-B4B624D9810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58B0E-6E33-46DB-8B2A-1A0FC30F67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57411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E0771A-8A98-4426-9223-571B9E566954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96B59C-680B-4697-9A5B-B5DD42993B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248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3"/>
          <p:cNvGrpSpPr>
            <a:grpSpLocks/>
          </p:cNvGrpSpPr>
          <p:nvPr/>
        </p:nvGrpSpPr>
        <p:grpSpPr bwMode="auto">
          <a:xfrm>
            <a:off x="1589" y="3141663"/>
            <a:ext cx="10367963" cy="131762"/>
            <a:chOff x="353" y="1774"/>
            <a:chExt cx="5563" cy="45"/>
          </a:xfrm>
        </p:grpSpPr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1372" y="1774"/>
              <a:ext cx="1097" cy="45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0" tIns="45716" rIns="91430" bIns="45716" anchor="ctr"/>
            <a:lstStyle>
              <a:lvl1pPr defTabSz="912813"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defTabSz="912813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defTabSz="912813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defTabSz="912813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defTabSz="912813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defTabSz="9128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defTabSz="9128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defTabSz="9128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defTabSz="9128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fontAlgn="auto" hangingPunct="1">
                <a:lnSpc>
                  <a:spcPct val="110000"/>
                </a:lnSpc>
                <a:spcBef>
                  <a:spcPct val="0"/>
                </a:spcBef>
                <a:spcAft>
                  <a:spcPts val="0"/>
                </a:spcAft>
                <a:buFontTx/>
                <a:buNone/>
                <a:defRPr/>
              </a:pPr>
              <a:endParaRPr lang="ko-KR" altLang="ko-KR" sz="591">
                <a:solidFill>
                  <a:srgbClr val="000000"/>
                </a:solidFill>
                <a:latin typeface="돋움" pitchFamily="50" charset="-127"/>
                <a:ea typeface="돋움" pitchFamily="50" charset="-127"/>
                <a:sym typeface="Wingdings" pitchFamily="2" charset="2"/>
              </a:endParaRPr>
            </a:p>
          </p:txBody>
        </p:sp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2390" y="1774"/>
              <a:ext cx="3526" cy="45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0" tIns="45716" rIns="91430" bIns="45716" anchor="ctr"/>
            <a:lstStyle>
              <a:lvl1pPr defTabSz="912813"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defTabSz="912813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defTabSz="912813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defTabSz="912813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defTabSz="912813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defTabSz="9128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defTabSz="9128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defTabSz="9128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defTabSz="9128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fontAlgn="auto" hangingPunct="1">
                <a:lnSpc>
                  <a:spcPct val="110000"/>
                </a:lnSpc>
                <a:spcBef>
                  <a:spcPct val="0"/>
                </a:spcBef>
                <a:spcAft>
                  <a:spcPts val="0"/>
                </a:spcAft>
                <a:buFontTx/>
                <a:buNone/>
                <a:defRPr/>
              </a:pPr>
              <a:endParaRPr lang="ko-KR" altLang="ko-KR" sz="591">
                <a:solidFill>
                  <a:srgbClr val="000000"/>
                </a:solidFill>
                <a:latin typeface="돋움" pitchFamily="50" charset="-127"/>
                <a:ea typeface="돋움" pitchFamily="50" charset="-127"/>
                <a:sym typeface="Wingdings" pitchFamily="2" charset="2"/>
              </a:endParaRPr>
            </a:p>
          </p:txBody>
        </p:sp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353" y="1774"/>
              <a:ext cx="1077" cy="45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0" tIns="45716" rIns="91430" bIns="45716" anchor="ctr"/>
            <a:lstStyle>
              <a:lvl1pPr defTabSz="912813"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defTabSz="912813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defTabSz="912813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defTabSz="912813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defTabSz="912813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defTabSz="9128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defTabSz="9128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defTabSz="9128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defTabSz="9128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fontAlgn="auto" hangingPunct="1">
                <a:lnSpc>
                  <a:spcPct val="110000"/>
                </a:lnSpc>
                <a:spcBef>
                  <a:spcPct val="0"/>
                </a:spcBef>
                <a:spcAft>
                  <a:spcPts val="0"/>
                </a:spcAft>
                <a:buFontTx/>
                <a:buNone/>
                <a:defRPr/>
              </a:pPr>
              <a:endParaRPr lang="ko-KR" altLang="ko-KR" sz="591">
                <a:solidFill>
                  <a:srgbClr val="000000"/>
                </a:solidFill>
                <a:latin typeface="돋움" pitchFamily="50" charset="-127"/>
                <a:ea typeface="돋움" pitchFamily="50" charset="-127"/>
                <a:sym typeface="Wingdings" pitchFamily="2" charset="2"/>
              </a:endParaRPr>
            </a:p>
          </p:txBody>
        </p:sp>
      </p:grp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1262063"/>
            <a:ext cx="11381317" cy="1590675"/>
          </a:xfrm>
        </p:spPr>
        <p:txBody>
          <a:bodyPr/>
          <a:lstStyle>
            <a:lvl1pPr algn="r">
              <a:defRPr sz="24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15" name="부제목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>
            <a:normAutofit/>
          </a:bodyPr>
          <a:lstStyle>
            <a:lvl1pPr marL="0" indent="0" algn="r">
              <a:buNone/>
              <a:defRPr sz="1600" b="1">
                <a:solidFill>
                  <a:schemeClr val="tx1"/>
                </a:solidFill>
              </a:defRPr>
            </a:lvl1pPr>
            <a:lvl2pPr marL="1928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857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5786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9644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1572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350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  <a:endParaRPr lang="ko-KR" altLang="en-US" dirty="0"/>
          </a:p>
        </p:txBody>
      </p:sp>
      <p:sp>
        <p:nvSpPr>
          <p:cNvPr id="11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8F0192D-4F2D-4D2A-947F-27C1FE90F9E9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12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13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73F3CF-B767-4DD2-A3A0-672499718C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4476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141710"/>
            <a:ext cx="10972800" cy="334962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836712"/>
            <a:ext cx="10972800" cy="5289451"/>
          </a:xfrm>
        </p:spPr>
        <p:txBody>
          <a:bodyPr>
            <a:normAutofit/>
          </a:bodyPr>
          <a:lstStyle>
            <a:lvl1pPr>
              <a:defRPr sz="1050"/>
            </a:lvl1pPr>
            <a:lvl2pPr>
              <a:defRPr sz="105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8F0192D-4F2D-4D2A-947F-27C1FE90F9E9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73F3CF-B767-4DD2-A3A0-672499718C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9450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4" y="4406909"/>
            <a:ext cx="10363200" cy="1362075"/>
          </a:xfrm>
        </p:spPr>
        <p:txBody>
          <a:bodyPr anchor="t"/>
          <a:lstStyle>
            <a:lvl1pPr algn="l">
              <a:defRPr sz="1688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4" y="2320301"/>
            <a:ext cx="10363200" cy="1500187"/>
          </a:xfrm>
        </p:spPr>
        <p:txBody>
          <a:bodyPr anchor="b"/>
          <a:lstStyle>
            <a:lvl1pPr marL="0" indent="0">
              <a:buNone/>
              <a:defRPr sz="844">
                <a:solidFill>
                  <a:schemeClr val="tx1">
                    <a:tint val="75000"/>
                  </a:schemeClr>
                </a:solidFill>
              </a:defRPr>
            </a:lvl1pPr>
            <a:lvl2pPr marL="192881" indent="0">
              <a:buNone/>
              <a:defRPr sz="760">
                <a:solidFill>
                  <a:schemeClr val="tx1">
                    <a:tint val="75000"/>
                  </a:schemeClr>
                </a:solidFill>
              </a:defRPr>
            </a:lvl2pPr>
            <a:lvl3pPr marL="385763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3pPr>
            <a:lvl4pPr marL="578644" indent="0"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4pPr>
            <a:lvl5pPr marL="771525" indent="0"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5pPr>
            <a:lvl6pPr marL="964406" indent="0"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6pPr>
            <a:lvl7pPr marL="1157288" indent="0"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7pPr>
            <a:lvl8pPr marL="1350169" indent="0"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8pPr>
            <a:lvl9pPr marL="1543050" indent="0"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8F0192D-4F2D-4D2A-947F-27C1FE90F9E9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73F3CF-B767-4DD2-A3A0-672499718C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3764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</p:spPr>
        <p:txBody>
          <a:bodyPr/>
          <a:lstStyle>
            <a:lvl1pPr>
              <a:defRPr sz="1181"/>
            </a:lvl1pPr>
            <a:lvl2pPr>
              <a:defRPr sz="1013"/>
            </a:lvl2pPr>
            <a:lvl3pPr>
              <a:defRPr sz="844"/>
            </a:lvl3pPr>
            <a:lvl4pPr>
              <a:defRPr sz="760"/>
            </a:lvl4pPr>
            <a:lvl5pPr>
              <a:defRPr sz="760"/>
            </a:lvl5pPr>
            <a:lvl6pPr>
              <a:defRPr sz="760"/>
            </a:lvl6pPr>
            <a:lvl7pPr>
              <a:defRPr sz="760"/>
            </a:lvl7pPr>
            <a:lvl8pPr>
              <a:defRPr sz="760"/>
            </a:lvl8pPr>
            <a:lvl9pPr>
              <a:defRPr sz="76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</p:spPr>
        <p:txBody>
          <a:bodyPr/>
          <a:lstStyle>
            <a:lvl1pPr>
              <a:defRPr sz="1181"/>
            </a:lvl1pPr>
            <a:lvl2pPr>
              <a:defRPr sz="1013"/>
            </a:lvl2pPr>
            <a:lvl3pPr>
              <a:defRPr sz="844"/>
            </a:lvl3pPr>
            <a:lvl4pPr>
              <a:defRPr sz="760"/>
            </a:lvl4pPr>
            <a:lvl5pPr>
              <a:defRPr sz="760"/>
            </a:lvl5pPr>
            <a:lvl6pPr>
              <a:defRPr sz="760"/>
            </a:lvl6pPr>
            <a:lvl7pPr>
              <a:defRPr sz="760"/>
            </a:lvl7pPr>
            <a:lvl8pPr>
              <a:defRPr sz="760"/>
            </a:lvl8pPr>
            <a:lvl9pPr>
              <a:defRPr sz="76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8F0192D-4F2D-4D2A-947F-27C1FE90F9E9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73F3CF-B767-4DD2-A3A0-672499718C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5415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013" b="1"/>
            </a:lvl1pPr>
            <a:lvl2pPr marL="192881" indent="0">
              <a:buNone/>
              <a:defRPr sz="844" b="1"/>
            </a:lvl2pPr>
            <a:lvl3pPr marL="385763" indent="0">
              <a:buNone/>
              <a:defRPr sz="760" b="1"/>
            </a:lvl3pPr>
            <a:lvl4pPr marL="578644" indent="0">
              <a:buNone/>
              <a:defRPr sz="675" b="1"/>
            </a:lvl4pPr>
            <a:lvl5pPr marL="771525" indent="0">
              <a:buNone/>
              <a:defRPr sz="675" b="1"/>
            </a:lvl5pPr>
            <a:lvl6pPr marL="964406" indent="0">
              <a:buNone/>
              <a:defRPr sz="675" b="1"/>
            </a:lvl6pPr>
            <a:lvl7pPr marL="1157288" indent="0">
              <a:buNone/>
              <a:defRPr sz="675" b="1"/>
            </a:lvl7pPr>
            <a:lvl8pPr marL="1350169" indent="0">
              <a:buNone/>
              <a:defRPr sz="675" b="1"/>
            </a:lvl8pPr>
            <a:lvl9pPr marL="1543050" indent="0">
              <a:buNone/>
              <a:defRPr sz="675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013"/>
            </a:lvl1pPr>
            <a:lvl2pPr>
              <a:defRPr sz="844"/>
            </a:lvl2pPr>
            <a:lvl3pPr>
              <a:defRPr sz="760"/>
            </a:lvl3pPr>
            <a:lvl4pPr>
              <a:defRPr sz="675"/>
            </a:lvl4pPr>
            <a:lvl5pPr>
              <a:defRPr sz="675"/>
            </a:lvl5pPr>
            <a:lvl6pPr>
              <a:defRPr sz="675"/>
            </a:lvl6pPr>
            <a:lvl7pPr>
              <a:defRPr sz="675"/>
            </a:lvl7pPr>
            <a:lvl8pPr>
              <a:defRPr sz="675"/>
            </a:lvl8pPr>
            <a:lvl9pPr>
              <a:defRPr sz="67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93373" y="1535113"/>
            <a:ext cx="5389033" cy="639762"/>
          </a:xfrm>
        </p:spPr>
        <p:txBody>
          <a:bodyPr anchor="b"/>
          <a:lstStyle>
            <a:lvl1pPr marL="0" indent="0">
              <a:buNone/>
              <a:defRPr sz="1013" b="1"/>
            </a:lvl1pPr>
            <a:lvl2pPr marL="192881" indent="0">
              <a:buNone/>
              <a:defRPr sz="844" b="1"/>
            </a:lvl2pPr>
            <a:lvl3pPr marL="385763" indent="0">
              <a:buNone/>
              <a:defRPr sz="760" b="1"/>
            </a:lvl3pPr>
            <a:lvl4pPr marL="578644" indent="0">
              <a:buNone/>
              <a:defRPr sz="675" b="1"/>
            </a:lvl4pPr>
            <a:lvl5pPr marL="771525" indent="0">
              <a:buNone/>
              <a:defRPr sz="675" b="1"/>
            </a:lvl5pPr>
            <a:lvl6pPr marL="964406" indent="0">
              <a:buNone/>
              <a:defRPr sz="675" b="1"/>
            </a:lvl6pPr>
            <a:lvl7pPr marL="1157288" indent="0">
              <a:buNone/>
              <a:defRPr sz="675" b="1"/>
            </a:lvl7pPr>
            <a:lvl8pPr marL="1350169" indent="0">
              <a:buNone/>
              <a:defRPr sz="675" b="1"/>
            </a:lvl8pPr>
            <a:lvl9pPr marL="1543050" indent="0">
              <a:buNone/>
              <a:defRPr sz="675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</p:spPr>
        <p:txBody>
          <a:bodyPr/>
          <a:lstStyle>
            <a:lvl1pPr>
              <a:defRPr sz="1013"/>
            </a:lvl1pPr>
            <a:lvl2pPr>
              <a:defRPr sz="844"/>
            </a:lvl2pPr>
            <a:lvl3pPr>
              <a:defRPr sz="760"/>
            </a:lvl3pPr>
            <a:lvl4pPr>
              <a:defRPr sz="675"/>
            </a:lvl4pPr>
            <a:lvl5pPr>
              <a:defRPr sz="675"/>
            </a:lvl5pPr>
            <a:lvl6pPr>
              <a:defRPr sz="675"/>
            </a:lvl6pPr>
            <a:lvl7pPr>
              <a:defRPr sz="675"/>
            </a:lvl7pPr>
            <a:lvl8pPr>
              <a:defRPr sz="675"/>
            </a:lvl8pPr>
            <a:lvl9pPr>
              <a:defRPr sz="67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8F0192D-4F2D-4D2A-947F-27C1FE90F9E9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73F3CF-B767-4DD2-A3A0-672499718C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448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8F0192D-4F2D-4D2A-947F-27C1FE90F9E9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73F3CF-B767-4DD2-A3A0-672499718C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2344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8F0192D-4F2D-4D2A-947F-27C1FE90F9E9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73F3CF-B767-4DD2-A3A0-672499718C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6223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844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66733" y="273059"/>
            <a:ext cx="6815667" cy="5853113"/>
          </a:xfrm>
        </p:spPr>
        <p:txBody>
          <a:bodyPr/>
          <a:lstStyle>
            <a:lvl1pPr>
              <a:defRPr sz="1350"/>
            </a:lvl1pPr>
            <a:lvl2pPr>
              <a:defRPr sz="1181"/>
            </a:lvl2pPr>
            <a:lvl3pPr>
              <a:defRPr sz="1013"/>
            </a:lvl3pPr>
            <a:lvl4pPr>
              <a:defRPr sz="844"/>
            </a:lvl4pPr>
            <a:lvl5pPr>
              <a:defRPr sz="844"/>
            </a:lvl5pPr>
            <a:lvl6pPr>
              <a:defRPr sz="844"/>
            </a:lvl6pPr>
            <a:lvl7pPr>
              <a:defRPr sz="844"/>
            </a:lvl7pPr>
            <a:lvl8pPr>
              <a:defRPr sz="844"/>
            </a:lvl8pPr>
            <a:lvl9pPr>
              <a:defRPr sz="844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591"/>
            </a:lvl1pPr>
            <a:lvl2pPr marL="192881" indent="0">
              <a:buNone/>
              <a:defRPr sz="506"/>
            </a:lvl2pPr>
            <a:lvl3pPr marL="385763" indent="0">
              <a:buNone/>
              <a:defRPr sz="422"/>
            </a:lvl3pPr>
            <a:lvl4pPr marL="578644" indent="0">
              <a:buNone/>
              <a:defRPr sz="380"/>
            </a:lvl4pPr>
            <a:lvl5pPr marL="771525" indent="0">
              <a:buNone/>
              <a:defRPr sz="380"/>
            </a:lvl5pPr>
            <a:lvl6pPr marL="964406" indent="0">
              <a:buNone/>
              <a:defRPr sz="380"/>
            </a:lvl6pPr>
            <a:lvl7pPr marL="1157288" indent="0">
              <a:buNone/>
              <a:defRPr sz="380"/>
            </a:lvl7pPr>
            <a:lvl8pPr marL="1350169" indent="0">
              <a:buNone/>
              <a:defRPr sz="380"/>
            </a:lvl8pPr>
            <a:lvl9pPr marL="1543050" indent="0">
              <a:buNone/>
              <a:defRPr sz="38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8F0192D-4F2D-4D2A-947F-27C1FE90F9E9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73F3CF-B767-4DD2-A3A0-672499718C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6012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844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1350"/>
            </a:lvl1pPr>
            <a:lvl2pPr marL="192881" indent="0">
              <a:buNone/>
              <a:defRPr sz="1181"/>
            </a:lvl2pPr>
            <a:lvl3pPr marL="385763" indent="0">
              <a:buNone/>
              <a:defRPr sz="1013"/>
            </a:lvl3pPr>
            <a:lvl4pPr marL="578644" indent="0">
              <a:buNone/>
              <a:defRPr sz="844"/>
            </a:lvl4pPr>
            <a:lvl5pPr marL="771525" indent="0">
              <a:buNone/>
              <a:defRPr sz="844"/>
            </a:lvl5pPr>
            <a:lvl6pPr marL="964406" indent="0">
              <a:buNone/>
              <a:defRPr sz="844"/>
            </a:lvl6pPr>
            <a:lvl7pPr marL="1157288" indent="0">
              <a:buNone/>
              <a:defRPr sz="844"/>
            </a:lvl7pPr>
            <a:lvl8pPr marL="1350169" indent="0">
              <a:buNone/>
              <a:defRPr sz="844"/>
            </a:lvl8pPr>
            <a:lvl9pPr marL="1543050" indent="0">
              <a:buNone/>
              <a:defRPr sz="844"/>
            </a:lvl9pPr>
          </a:lstStyle>
          <a:p>
            <a:pPr lv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591"/>
            </a:lvl1pPr>
            <a:lvl2pPr marL="192881" indent="0">
              <a:buNone/>
              <a:defRPr sz="506"/>
            </a:lvl2pPr>
            <a:lvl3pPr marL="385763" indent="0">
              <a:buNone/>
              <a:defRPr sz="422"/>
            </a:lvl3pPr>
            <a:lvl4pPr marL="578644" indent="0">
              <a:buNone/>
              <a:defRPr sz="380"/>
            </a:lvl4pPr>
            <a:lvl5pPr marL="771525" indent="0">
              <a:buNone/>
              <a:defRPr sz="380"/>
            </a:lvl5pPr>
            <a:lvl6pPr marL="964406" indent="0">
              <a:buNone/>
              <a:defRPr sz="380"/>
            </a:lvl6pPr>
            <a:lvl7pPr marL="1157288" indent="0">
              <a:buNone/>
              <a:defRPr sz="380"/>
            </a:lvl7pPr>
            <a:lvl8pPr marL="1350169" indent="0">
              <a:buNone/>
              <a:defRPr sz="380"/>
            </a:lvl8pPr>
            <a:lvl9pPr marL="1543050" indent="0">
              <a:buNone/>
              <a:defRPr sz="38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8F0192D-4F2D-4D2A-947F-27C1FE90F9E9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73F3CF-B767-4DD2-A3A0-672499718C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4231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8F0192D-4F2D-4D2A-947F-27C1FE90F9E9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73F3CF-B767-4DD2-A3A0-672499718C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8229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200" y="274647"/>
            <a:ext cx="27432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600" y="274647"/>
            <a:ext cx="80264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8F0192D-4F2D-4D2A-947F-27C1FE90F9E9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73F3CF-B767-4DD2-A3A0-672499718C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1094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609600" y="1600206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600" y="6356358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sz="506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fld id="{48F0192D-4F2D-4D2A-947F-27C1FE90F9E9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600" y="6356358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sz="506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600" y="6356358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sz="506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fld id="{9A73F3CF-B767-4DD2-A3A0-672499718C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6633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sz="1856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sz="1856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sz="1856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sz="1856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sz="1856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192881" algn="ctr" rtl="0" eaLnBrk="1" fontAlgn="base" latinLnBrk="1" hangingPunct="1">
        <a:spcBef>
          <a:spcPct val="0"/>
        </a:spcBef>
        <a:spcAft>
          <a:spcPct val="0"/>
        </a:spcAft>
        <a:defRPr sz="1856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6pPr>
      <a:lvl7pPr marL="385763" algn="ctr" rtl="0" eaLnBrk="1" fontAlgn="base" latinLnBrk="1" hangingPunct="1">
        <a:spcBef>
          <a:spcPct val="0"/>
        </a:spcBef>
        <a:spcAft>
          <a:spcPct val="0"/>
        </a:spcAft>
        <a:defRPr sz="1856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7pPr>
      <a:lvl8pPr marL="578644" algn="ctr" rtl="0" eaLnBrk="1" fontAlgn="base" latinLnBrk="1" hangingPunct="1">
        <a:spcBef>
          <a:spcPct val="0"/>
        </a:spcBef>
        <a:spcAft>
          <a:spcPct val="0"/>
        </a:spcAft>
        <a:defRPr sz="1856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8pPr>
      <a:lvl9pPr marL="771525" algn="ctr" rtl="0" eaLnBrk="1" fontAlgn="base" latinLnBrk="1" hangingPunct="1">
        <a:spcBef>
          <a:spcPct val="0"/>
        </a:spcBef>
        <a:spcAft>
          <a:spcPct val="0"/>
        </a:spcAft>
        <a:defRPr sz="1856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9pPr>
    </p:titleStyle>
    <p:bodyStyle>
      <a:lvl1pPr marL="144661" indent="-144661" algn="l" rtl="0" eaLnBrk="1" fontAlgn="base" latinLnBrk="1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13433" indent="-120551" algn="l" rtl="0" eaLnBrk="1" fontAlgn="base" latinLnBrk="1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181" kern="1200">
          <a:solidFill>
            <a:schemeClr val="tx1"/>
          </a:solidFill>
          <a:latin typeface="+mn-lt"/>
          <a:ea typeface="+mn-ea"/>
          <a:cs typeface="+mn-cs"/>
        </a:defRPr>
      </a:lvl2pPr>
      <a:lvl3pPr marL="482204" indent="-96441" algn="l" rtl="0" eaLnBrk="1" fontAlgn="base" latinLnBrk="1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675085" indent="-96441" algn="l" rtl="0" eaLnBrk="1" fontAlgn="base" latinLnBrk="1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844" kern="1200">
          <a:solidFill>
            <a:schemeClr val="tx1"/>
          </a:solidFill>
          <a:latin typeface="+mn-lt"/>
          <a:ea typeface="+mn-ea"/>
          <a:cs typeface="+mn-cs"/>
        </a:defRPr>
      </a:lvl4pPr>
      <a:lvl5pPr marL="867966" indent="-96441" algn="l" rtl="0" eaLnBrk="1" fontAlgn="base" latinLnBrk="1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844" kern="1200">
          <a:solidFill>
            <a:schemeClr val="tx1"/>
          </a:solidFill>
          <a:latin typeface="+mn-lt"/>
          <a:ea typeface="+mn-ea"/>
          <a:cs typeface="+mn-cs"/>
        </a:defRPr>
      </a:lvl5pPr>
      <a:lvl6pPr marL="1060847" indent="-96441" algn="l" defTabSz="385763" rtl="0" eaLnBrk="1" latinLnBrk="1" hangingPunct="1">
        <a:spcBef>
          <a:spcPct val="20000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6pPr>
      <a:lvl7pPr marL="1253729" indent="-96441" algn="l" defTabSz="385763" rtl="0" eaLnBrk="1" latinLnBrk="1" hangingPunct="1">
        <a:spcBef>
          <a:spcPct val="20000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7pPr>
      <a:lvl8pPr marL="1446610" indent="-96441" algn="l" defTabSz="385763" rtl="0" eaLnBrk="1" latinLnBrk="1" hangingPunct="1">
        <a:spcBef>
          <a:spcPct val="20000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8pPr>
      <a:lvl9pPr marL="1639491" indent="-96441" algn="l" defTabSz="385763" rtl="0" eaLnBrk="1" latinLnBrk="1" hangingPunct="1">
        <a:spcBef>
          <a:spcPct val="20000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385763" rtl="0" eaLnBrk="1" latinLnBrk="1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81" algn="l" defTabSz="385763" rtl="0" eaLnBrk="1" latinLnBrk="1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algn="l" defTabSz="385763" rtl="0" eaLnBrk="1" latinLnBrk="1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644" algn="l" defTabSz="385763" rtl="0" eaLnBrk="1" latinLnBrk="1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5763" rtl="0" eaLnBrk="1" latinLnBrk="1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406" algn="l" defTabSz="385763" rtl="0" eaLnBrk="1" latinLnBrk="1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88" algn="l" defTabSz="385763" rtl="0" eaLnBrk="1" latinLnBrk="1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69" algn="l" defTabSz="385763" rtl="0" eaLnBrk="1" latinLnBrk="1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5763" rtl="0" eaLnBrk="1" latinLnBrk="1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60110-6ABF-9217-BC2D-3F49CED59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D75CA2D4-939D-5EA1-CD12-9DAE2A557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114" y="577620"/>
            <a:ext cx="7181850" cy="59055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9090E12-1537-08E6-AF96-817D6A47F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>
                <a:latin typeface="+mn-lt"/>
              </a:rPr>
              <a:t>ADCC – </a:t>
            </a:r>
            <a:r>
              <a:rPr lang="en-US" altLang="ko-KR" dirty="0" err="1">
                <a:latin typeface="+mn-lt"/>
              </a:rPr>
              <a:t>average_mode</a:t>
            </a:r>
            <a:r>
              <a:rPr lang="en-US" altLang="ko-KR" dirty="0">
                <a:latin typeface="+mn-lt"/>
              </a:rPr>
              <a:t> </a:t>
            </a:r>
            <a:r>
              <a:rPr lang="en-US" altLang="ko-KR" dirty="0"/>
              <a:t>(no</a:t>
            </a:r>
            <a:r>
              <a:rPr lang="ko-KR" altLang="en-US" dirty="0"/>
              <a:t> </a:t>
            </a:r>
            <a:r>
              <a:rPr lang="en-US" altLang="ko-KR" dirty="0"/>
              <a:t>timer,</a:t>
            </a:r>
            <a:r>
              <a:rPr lang="ko-KR" altLang="en-US" dirty="0"/>
              <a:t> </a:t>
            </a:r>
            <a:r>
              <a:rPr lang="en-US" altLang="ko-KR" dirty="0"/>
              <a:t>no-</a:t>
            </a:r>
            <a:r>
              <a:rPr lang="en-US" altLang="ko-KR" dirty="0" err="1"/>
              <a:t>ContinuousMode</a:t>
            </a:r>
            <a:r>
              <a:rPr lang="en-US" altLang="ko-KR" dirty="0"/>
              <a:t>)</a:t>
            </a:r>
            <a:endParaRPr lang="ko-KR" altLang="en-US" dirty="0">
              <a:latin typeface="+mn-lt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062F998-11AE-CCF9-B1EB-4C6604B228F9}"/>
              </a:ext>
            </a:extLst>
          </p:cNvPr>
          <p:cNvSpPr/>
          <p:nvPr/>
        </p:nvSpPr>
        <p:spPr>
          <a:xfrm>
            <a:off x="1410789" y="757645"/>
            <a:ext cx="1689462" cy="2612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1E70A5E-DD52-F799-E61B-90A6500AC169}"/>
              </a:ext>
            </a:extLst>
          </p:cNvPr>
          <p:cNvSpPr/>
          <p:nvPr/>
        </p:nvSpPr>
        <p:spPr>
          <a:xfrm>
            <a:off x="3936274" y="2410272"/>
            <a:ext cx="1637212" cy="5043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3EE9D01-5AA6-A841-2633-7974ECF45E65}"/>
              </a:ext>
            </a:extLst>
          </p:cNvPr>
          <p:cNvSpPr/>
          <p:nvPr/>
        </p:nvSpPr>
        <p:spPr>
          <a:xfrm>
            <a:off x="2377436" y="4406206"/>
            <a:ext cx="653143" cy="2612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A7867BE-B85B-C6C0-9188-E4E32C34F2C2}"/>
              </a:ext>
            </a:extLst>
          </p:cNvPr>
          <p:cNvSpPr/>
          <p:nvPr/>
        </p:nvSpPr>
        <p:spPr>
          <a:xfrm>
            <a:off x="2377436" y="5138057"/>
            <a:ext cx="383181" cy="5005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C406EA7-6E35-626C-A5BF-CBDE03747724}"/>
              </a:ext>
            </a:extLst>
          </p:cNvPr>
          <p:cNvSpPr/>
          <p:nvPr/>
        </p:nvSpPr>
        <p:spPr>
          <a:xfrm>
            <a:off x="512441" y="6229756"/>
            <a:ext cx="653143" cy="2612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F75DA4DE-601F-814E-E673-3D69ACC6AE07}"/>
              </a:ext>
            </a:extLst>
          </p:cNvPr>
          <p:cNvCxnSpPr>
            <a:cxnSpLocks/>
          </p:cNvCxnSpPr>
          <p:nvPr/>
        </p:nvCxnSpPr>
        <p:spPr>
          <a:xfrm flipH="1">
            <a:off x="4963886" y="4014651"/>
            <a:ext cx="43542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1D1B244-DD4E-0CD8-6A75-D79BCB80DB8A}"/>
              </a:ext>
            </a:extLst>
          </p:cNvPr>
          <p:cNvSpPr txBox="1"/>
          <p:nvPr/>
        </p:nvSpPr>
        <p:spPr>
          <a:xfrm>
            <a:off x="5329644" y="3864821"/>
            <a:ext cx="9877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>
                <a:solidFill>
                  <a:srgbClr val="FF0000"/>
                </a:solidFill>
              </a:rPr>
              <a:t>별의미없슴</a:t>
            </a:r>
            <a:r>
              <a:rPr lang="en-US" altLang="ko-KR" sz="1200" dirty="0">
                <a:solidFill>
                  <a:srgbClr val="FF0000"/>
                </a:solidFill>
              </a:rPr>
              <a:t>.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140AF283-A570-8823-0032-C5AC754169F6}"/>
              </a:ext>
            </a:extLst>
          </p:cNvPr>
          <p:cNvCxnSpPr>
            <a:cxnSpLocks/>
          </p:cNvCxnSpPr>
          <p:nvPr/>
        </p:nvCxnSpPr>
        <p:spPr>
          <a:xfrm flipH="1">
            <a:off x="1910125" y="6117399"/>
            <a:ext cx="32035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653B4F7-C1C7-715B-619E-7B7FEA2709A3}"/>
              </a:ext>
            </a:extLst>
          </p:cNvPr>
          <p:cNvSpPr txBox="1"/>
          <p:nvPr/>
        </p:nvSpPr>
        <p:spPr>
          <a:xfrm>
            <a:off x="2168906" y="5995540"/>
            <a:ext cx="23568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>
                <a:solidFill>
                  <a:srgbClr val="FF0000"/>
                </a:solidFill>
              </a:rPr>
              <a:t>사용안해도됨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4A394F8-26F9-6FC8-9C5F-4FAA898CCD16}"/>
              </a:ext>
            </a:extLst>
          </p:cNvPr>
          <p:cNvSpPr txBox="1"/>
          <p:nvPr/>
        </p:nvSpPr>
        <p:spPr>
          <a:xfrm>
            <a:off x="7677150" y="1068430"/>
            <a:ext cx="3724275" cy="524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/>
              <a:t>* </a:t>
            </a:r>
            <a:r>
              <a:rPr lang="ko-KR" altLang="en-US" sz="1000" dirty="0"/>
              <a:t>타이머도 사용안하고</a:t>
            </a:r>
            <a:r>
              <a:rPr lang="en-US" altLang="ko-KR" sz="1000" dirty="0"/>
              <a:t>, Continuous</a:t>
            </a:r>
            <a:r>
              <a:rPr lang="ko-KR" altLang="en-US" sz="1000" dirty="0"/>
              <a:t>모드도 </a:t>
            </a:r>
            <a:r>
              <a:rPr lang="ko-KR" altLang="en-US" sz="1000" dirty="0" err="1"/>
              <a:t>사용안함</a:t>
            </a:r>
            <a:br>
              <a:rPr lang="en-US" altLang="ko-KR" sz="1000" dirty="0"/>
            </a:br>
            <a:r>
              <a:rPr lang="en-US" altLang="ko-KR" sz="1000" dirty="0"/>
              <a:t>  User</a:t>
            </a:r>
            <a:r>
              <a:rPr lang="ko-KR" altLang="en-US" sz="1000" dirty="0"/>
              <a:t>가 직접</a:t>
            </a:r>
            <a:r>
              <a:rPr lang="en-US" altLang="ko-KR" sz="1000" dirty="0"/>
              <a:t> ADGO</a:t>
            </a:r>
            <a:r>
              <a:rPr lang="ko-KR" altLang="en-US" sz="1000" dirty="0"/>
              <a:t>로 </a:t>
            </a:r>
            <a:r>
              <a:rPr lang="en-US" altLang="ko-KR" sz="1000" dirty="0"/>
              <a:t>8</a:t>
            </a:r>
            <a:r>
              <a:rPr lang="ko-KR" altLang="en-US" sz="1000" dirty="0"/>
              <a:t>번 트리거를 해야함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B6C58EB-705E-434A-D380-8F885CCABD1E}"/>
              </a:ext>
            </a:extLst>
          </p:cNvPr>
          <p:cNvSpPr/>
          <p:nvPr/>
        </p:nvSpPr>
        <p:spPr>
          <a:xfrm>
            <a:off x="5573486" y="2149013"/>
            <a:ext cx="653143" cy="2612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9237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E1B46-3988-480C-541B-C302193B7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8DABA34-8D1B-EE37-4D95-6A9975DBD44F}"/>
              </a:ext>
            </a:extLst>
          </p:cNvPr>
          <p:cNvSpPr txBox="1"/>
          <p:nvPr/>
        </p:nvSpPr>
        <p:spPr>
          <a:xfrm>
            <a:off x="260318" y="803787"/>
            <a:ext cx="5448299" cy="547842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volatile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adcc_avg_ready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my_ADCC_ThresholdISR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adcc_avg_ready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ko-KR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// RPT </a:t>
            </a:r>
            <a:r>
              <a:rPr lang="ko-KR" altLang="en-US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횟수만큼 샘플링 완료 → 평균값 준비됨</a:t>
            </a:r>
            <a:endParaRPr lang="ko-KR" alt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test_adc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uint16_t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adc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b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altLang="ko-KR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ADCC_SetADIInterruptHandler</a:t>
            </a:r>
            <a:r>
              <a:rPr lang="en-US" altLang="ko-KR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my_ADCC_ISR</a:t>
            </a:r>
            <a:r>
              <a:rPr lang="en-US" altLang="ko-KR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ADCC_SetADTIInterruptHandler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my_ADCC_ThresholdISR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b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altLang="ko-KR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ADCC_EnableContinuousConversion</a:t>
            </a:r>
            <a:r>
              <a:rPr lang="en-US" altLang="ko-KR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();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altLang="ko-KR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ADCC_DisableContinuousConversion</a:t>
            </a:r>
            <a:r>
              <a:rPr lang="en-US" altLang="ko-KR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();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US" altLang="ko-KR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altLang="ko-KR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ADCC_StartConversion</a:t>
            </a:r>
            <a:r>
              <a:rPr lang="en-US" altLang="ko-KR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(channel_ANA0); // </a:t>
            </a:r>
            <a:r>
              <a:rPr lang="ko-KR" altLang="en-US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채널</a:t>
            </a:r>
            <a:r>
              <a:rPr lang="en-US" altLang="ko-KR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변환시작</a:t>
            </a:r>
            <a:endParaRPr lang="ko-KR" alt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ko-KR" alt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 {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adcc_avg_ready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)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altLang="ko-KR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ADCC_IsConversionDone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)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continue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ADCC_StartConversion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(channel_ANA0);</a:t>
            </a:r>
            <a:r>
              <a:rPr lang="en-US" altLang="ko-KR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ko-KR" altLang="en-US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채널 변환시작</a:t>
            </a:r>
            <a:endParaRPr lang="ko-KR" alt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dirty="0">
                <a:solidFill>
                  <a:srgbClr val="569CD6"/>
                </a:solidFill>
                <a:latin typeface="Consolas" panose="020B0609020204030204" pitchFamily="49" charset="0"/>
              </a:rPr>
              <a:t>uint8_t 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cntConversion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ADCC_GetCurrentCountofConversions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adc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ADCC_GetConversionResult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adc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ADCC_GetFilterValue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altLang="ko-KR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ko-KR" altLang="en-US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평균값 반환</a:t>
            </a:r>
            <a:endParaRPr lang="ko-KR" alt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dbg_printf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"ADC: </a:t>
            </a:r>
            <a:r>
              <a:rPr lang="en-US" altLang="ko-KR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ko-KR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ko-KR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ko-KR" sz="10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adc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adc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cntConversion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altLang="ko-KR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ADCC_StartConversion</a:t>
            </a:r>
            <a:r>
              <a:rPr lang="en-US" altLang="ko-KR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(channel_ANA0); // </a:t>
            </a:r>
            <a:r>
              <a:rPr lang="ko-KR" altLang="en-US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채널 변환시작</a:t>
            </a:r>
            <a:endParaRPr lang="ko-KR" alt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adcc_avg_ready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B106E1D-6789-1B76-0A43-E10B665A8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>
                <a:latin typeface="+mn-lt"/>
              </a:rPr>
              <a:t>ADCC – </a:t>
            </a:r>
            <a:r>
              <a:rPr lang="en-US" altLang="ko-KR" dirty="0" err="1">
                <a:latin typeface="+mn-lt"/>
              </a:rPr>
              <a:t>average_mode</a:t>
            </a:r>
            <a:r>
              <a:rPr lang="en-US" altLang="ko-KR" dirty="0">
                <a:latin typeface="+mn-lt"/>
              </a:rPr>
              <a:t> </a:t>
            </a:r>
            <a:r>
              <a:rPr lang="en-US" altLang="ko-KR" dirty="0"/>
              <a:t>(no</a:t>
            </a:r>
            <a:r>
              <a:rPr lang="ko-KR" altLang="en-US" dirty="0"/>
              <a:t> </a:t>
            </a:r>
            <a:r>
              <a:rPr lang="en-US" altLang="ko-KR" dirty="0"/>
              <a:t>timer,</a:t>
            </a:r>
            <a:r>
              <a:rPr lang="ko-KR" altLang="en-US" dirty="0"/>
              <a:t> </a:t>
            </a:r>
            <a:r>
              <a:rPr lang="en-US" altLang="ko-KR" dirty="0"/>
              <a:t>no-</a:t>
            </a:r>
            <a:r>
              <a:rPr lang="en-US" altLang="ko-KR" dirty="0" err="1"/>
              <a:t>ContinuousMode</a:t>
            </a:r>
            <a:r>
              <a:rPr lang="en-US" altLang="ko-KR" dirty="0"/>
              <a:t>)</a:t>
            </a:r>
            <a:endParaRPr lang="ko-KR" altLang="en-US" dirty="0">
              <a:latin typeface="+mn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B2C342-5B13-0B0E-32CC-01136BE6ED97}"/>
              </a:ext>
            </a:extLst>
          </p:cNvPr>
          <p:cNvSpPr txBox="1"/>
          <p:nvPr/>
        </p:nvSpPr>
        <p:spPr>
          <a:xfrm>
            <a:off x="7319963" y="803787"/>
            <a:ext cx="3357562" cy="361445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dirty="0"/>
              <a:t>9:32:12.523&gt; ADC: 2936,2936,8</a:t>
            </a:r>
          </a:p>
          <a:p>
            <a:pPr>
              <a:lnSpc>
                <a:spcPct val="150000"/>
              </a:lnSpc>
            </a:pPr>
            <a:r>
              <a:rPr lang="en-US" altLang="ko-KR" sz="1100" dirty="0"/>
              <a:t>9:32:12.523&gt; ADC: 2933,2933,8</a:t>
            </a:r>
          </a:p>
          <a:p>
            <a:pPr>
              <a:lnSpc>
                <a:spcPct val="150000"/>
              </a:lnSpc>
            </a:pPr>
            <a:r>
              <a:rPr lang="en-US" altLang="ko-KR" sz="1100" dirty="0"/>
              <a:t>9:32:12.523&gt; ADC: 2936,2934,8</a:t>
            </a:r>
          </a:p>
          <a:p>
            <a:pPr>
              <a:lnSpc>
                <a:spcPct val="150000"/>
              </a:lnSpc>
            </a:pPr>
            <a:r>
              <a:rPr lang="en-US" altLang="ko-KR" sz="1100" dirty="0"/>
              <a:t>9:32:12.523&gt; ADC: 2932,2937,8</a:t>
            </a:r>
          </a:p>
          <a:p>
            <a:pPr>
              <a:lnSpc>
                <a:spcPct val="150000"/>
              </a:lnSpc>
            </a:pPr>
            <a:r>
              <a:rPr lang="en-US" altLang="ko-KR" sz="1100" dirty="0"/>
              <a:t>9:32:12.569&gt; ADC: 2927,2929,8</a:t>
            </a:r>
          </a:p>
          <a:p>
            <a:pPr>
              <a:lnSpc>
                <a:spcPct val="150000"/>
              </a:lnSpc>
            </a:pPr>
            <a:r>
              <a:rPr lang="en-US" altLang="ko-KR" sz="1100" dirty="0"/>
              <a:t>9:32:12.665&gt; ADC: 2937,2933,8</a:t>
            </a:r>
          </a:p>
          <a:p>
            <a:pPr>
              <a:lnSpc>
                <a:spcPct val="150000"/>
              </a:lnSpc>
            </a:pPr>
            <a:r>
              <a:rPr lang="en-US" altLang="ko-KR" sz="1100" dirty="0"/>
              <a:t>9:32:12.665&gt; ADC: 2933,2932,8</a:t>
            </a:r>
          </a:p>
          <a:p>
            <a:pPr>
              <a:lnSpc>
                <a:spcPct val="150000"/>
              </a:lnSpc>
            </a:pPr>
            <a:r>
              <a:rPr lang="en-US" altLang="ko-KR" sz="1100" dirty="0"/>
              <a:t>9:32:12.665&gt; ADC: 2936,2933,8</a:t>
            </a:r>
          </a:p>
          <a:p>
            <a:pPr>
              <a:lnSpc>
                <a:spcPct val="150000"/>
              </a:lnSpc>
            </a:pPr>
            <a:r>
              <a:rPr lang="en-US" altLang="ko-KR" sz="1100" dirty="0"/>
              <a:t>9:32:12.665&gt; ADC: 2936,2934,8</a:t>
            </a:r>
          </a:p>
          <a:p>
            <a:pPr>
              <a:lnSpc>
                <a:spcPct val="150000"/>
              </a:lnSpc>
            </a:pPr>
            <a:r>
              <a:rPr lang="en-US" altLang="ko-KR" sz="1100" dirty="0"/>
              <a:t>9:32:12.665&gt; ADC: 2932,2932,8</a:t>
            </a:r>
          </a:p>
          <a:p>
            <a:pPr>
              <a:lnSpc>
                <a:spcPct val="150000"/>
              </a:lnSpc>
            </a:pPr>
            <a:r>
              <a:rPr lang="en-US" altLang="ko-KR" sz="1100" dirty="0"/>
              <a:t>9:32:12.665&gt; ADC: 2932,2935,8</a:t>
            </a:r>
          </a:p>
          <a:p>
            <a:pPr>
              <a:lnSpc>
                <a:spcPct val="150000"/>
              </a:lnSpc>
            </a:pPr>
            <a:r>
              <a:rPr lang="en-US" altLang="ko-KR" sz="1100" dirty="0"/>
              <a:t>9:32:12.715&gt; ADC: 2936,2933,8</a:t>
            </a:r>
          </a:p>
          <a:p>
            <a:pPr>
              <a:lnSpc>
                <a:spcPct val="150000"/>
              </a:lnSpc>
            </a:pPr>
            <a:r>
              <a:rPr lang="en-US" altLang="ko-KR" sz="1100" dirty="0"/>
              <a:t>9:32:12.715&gt; ADC: 2938,2934,8</a:t>
            </a:r>
          </a:p>
          <a:p>
            <a:pPr>
              <a:lnSpc>
                <a:spcPct val="150000"/>
              </a:lnSpc>
            </a:pPr>
            <a:r>
              <a:rPr lang="en-US" altLang="ko-KR" sz="1100" dirty="0"/>
              <a:t>9:32:12.715&gt; ADC: 2938,2933,8</a:t>
            </a:r>
            <a:endParaRPr lang="ko-KR" altLang="en-US" sz="11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54F967-73A2-A480-A877-51A8BB33250D}"/>
              </a:ext>
            </a:extLst>
          </p:cNvPr>
          <p:cNvSpPr txBox="1"/>
          <p:nvPr/>
        </p:nvSpPr>
        <p:spPr>
          <a:xfrm>
            <a:off x="6381750" y="4657725"/>
            <a:ext cx="5115503" cy="1329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 dirty="0"/>
              <a:t>MCC</a:t>
            </a:r>
            <a:r>
              <a:rPr lang="ko-KR" altLang="en-US" sz="1100" dirty="0"/>
              <a:t>설정하고</a:t>
            </a:r>
            <a:r>
              <a:rPr lang="en-US" altLang="ko-KR" sz="1100" dirty="0"/>
              <a:t>, 8</a:t>
            </a:r>
            <a:r>
              <a:rPr lang="ko-KR" altLang="en-US" sz="1100" dirty="0"/>
              <a:t>번 트리거를 주면</a:t>
            </a:r>
            <a:r>
              <a:rPr lang="en-US" altLang="ko-KR" sz="1100" dirty="0"/>
              <a:t>, </a:t>
            </a:r>
            <a:r>
              <a:rPr lang="en-US" altLang="ko-KR" sz="1100" dirty="0" err="1"/>
              <a:t>adcc_avg_ready</a:t>
            </a:r>
            <a:r>
              <a:rPr lang="ko-KR" altLang="en-US" sz="1100" dirty="0"/>
              <a:t>가 발생하고</a:t>
            </a:r>
            <a:br>
              <a:rPr lang="en-US" altLang="ko-KR" sz="1100" dirty="0"/>
            </a:br>
            <a:r>
              <a:rPr lang="en-US" altLang="ko-KR" sz="1100" dirty="0"/>
              <a:t>  </a:t>
            </a:r>
            <a:r>
              <a:rPr lang="ko-KR" altLang="en-US" sz="1100" dirty="0"/>
              <a:t>평균을 </a:t>
            </a:r>
            <a:r>
              <a:rPr lang="ko-KR" altLang="en-US" sz="1100" dirty="0" err="1"/>
              <a:t>읽을수</a:t>
            </a:r>
            <a:r>
              <a:rPr lang="ko-KR" altLang="en-US" sz="1100" dirty="0"/>
              <a:t> 있다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accum</a:t>
            </a:r>
            <a:r>
              <a:rPr lang="en-US" altLang="ko-KR" sz="1100" dirty="0"/>
              <a:t> </a:t>
            </a:r>
            <a:r>
              <a:rPr lang="ko-KR" altLang="en-US" sz="1100" dirty="0"/>
              <a:t>및 </a:t>
            </a:r>
            <a:r>
              <a:rPr lang="en-US" altLang="ko-KR" sz="1100" dirty="0" err="1"/>
              <a:t>cnt</a:t>
            </a:r>
            <a:r>
              <a:rPr lang="ko-KR" altLang="en-US" sz="1100" dirty="0"/>
              <a:t>는 자동 초기화된다</a:t>
            </a:r>
            <a:r>
              <a:rPr lang="en-US" altLang="ko-KR" sz="1100" dirty="0"/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1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 dirty="0"/>
              <a:t>CPU</a:t>
            </a:r>
            <a:r>
              <a:rPr lang="ko-KR" altLang="en-US" sz="1100" dirty="0"/>
              <a:t>가 계속 트리거를 해줘야 하고</a:t>
            </a:r>
            <a:r>
              <a:rPr lang="en-US" altLang="ko-KR" sz="1100" dirty="0"/>
              <a:t>, </a:t>
            </a:r>
            <a:r>
              <a:rPr lang="ko-KR" altLang="en-US" sz="1100" dirty="0"/>
              <a:t>평균 계산만 </a:t>
            </a:r>
            <a:r>
              <a:rPr lang="ko-KR" altLang="en-US" sz="1100" dirty="0" err="1"/>
              <a:t>안할뿐</a:t>
            </a:r>
            <a:r>
              <a:rPr lang="en-US" altLang="ko-KR" sz="1100" dirty="0"/>
              <a:t>,</a:t>
            </a:r>
            <a:r>
              <a:rPr lang="ko-KR" altLang="en-US" sz="1100" dirty="0"/>
              <a:t> 사용가치가 </a:t>
            </a:r>
            <a:r>
              <a:rPr lang="ko-KR" altLang="en-US" sz="1100" dirty="0" err="1"/>
              <a:t>없슴</a:t>
            </a:r>
            <a:r>
              <a:rPr lang="en-US" altLang="ko-KR" sz="1100" dirty="0"/>
              <a:t>.</a:t>
            </a:r>
          </a:p>
          <a:p>
            <a:pPr>
              <a:lnSpc>
                <a:spcPct val="150000"/>
              </a:lnSpc>
            </a:pPr>
            <a:endParaRPr lang="ko-KR" altLang="en-US" sz="1100" dirty="0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9EB45681-9935-A04C-DFFD-C544B5581A84}"/>
              </a:ext>
            </a:extLst>
          </p:cNvPr>
          <p:cNvCxnSpPr>
            <a:cxnSpLocks/>
          </p:cNvCxnSpPr>
          <p:nvPr/>
        </p:nvCxnSpPr>
        <p:spPr>
          <a:xfrm flipH="1">
            <a:off x="4376964" y="3211827"/>
            <a:ext cx="32035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6669FE7-231B-38E9-EE67-A15E98919AA2}"/>
              </a:ext>
            </a:extLst>
          </p:cNvPr>
          <p:cNvSpPr txBox="1"/>
          <p:nvPr/>
        </p:nvSpPr>
        <p:spPr>
          <a:xfrm>
            <a:off x="4668020" y="3081665"/>
            <a:ext cx="13125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solidFill>
                  <a:srgbClr val="FF0000"/>
                </a:solidFill>
              </a:rPr>
              <a:t>없어도 동작함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5A4D5ECA-ED61-8628-B57A-50F41C3ADDFB}"/>
              </a:ext>
            </a:extLst>
          </p:cNvPr>
          <p:cNvCxnSpPr>
            <a:cxnSpLocks/>
          </p:cNvCxnSpPr>
          <p:nvPr/>
        </p:nvCxnSpPr>
        <p:spPr>
          <a:xfrm flipH="1">
            <a:off x="3357789" y="3973827"/>
            <a:ext cx="32035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2B82523-9411-2C78-EBDD-A3363A8D0D34}"/>
              </a:ext>
            </a:extLst>
          </p:cNvPr>
          <p:cNvSpPr txBox="1"/>
          <p:nvPr/>
        </p:nvSpPr>
        <p:spPr>
          <a:xfrm>
            <a:off x="3648845" y="3843665"/>
            <a:ext cx="13125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>
                <a:solidFill>
                  <a:srgbClr val="FF0000"/>
                </a:solidFill>
              </a:rPr>
              <a:t>최초 </a:t>
            </a:r>
            <a:r>
              <a:rPr lang="en-US" altLang="ko-KR" sz="1050" dirty="0">
                <a:solidFill>
                  <a:srgbClr val="FF0000"/>
                </a:solidFill>
              </a:rPr>
              <a:t>True</a:t>
            </a:r>
            <a:r>
              <a:rPr lang="ko-KR" altLang="en-US" sz="1050" dirty="0">
                <a:solidFill>
                  <a:srgbClr val="FF0000"/>
                </a:solidFill>
              </a:rPr>
              <a:t>임</a:t>
            </a:r>
          </a:p>
        </p:txBody>
      </p:sp>
    </p:spTree>
    <p:extLst>
      <p:ext uri="{BB962C8B-B14F-4D97-AF65-F5344CB8AC3E}">
        <p14:creationId xmlns:p14="http://schemas.microsoft.com/office/powerpoint/2010/main" val="1872019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64788-BC43-F566-F138-4D7ED1D09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66620159-1836-5C3B-600F-BFEB5EA20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512443"/>
            <a:ext cx="7096125" cy="626745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3A2859A-4EA2-87D8-0C43-B14C07F7E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>
                <a:latin typeface="+mn-lt"/>
              </a:rPr>
              <a:t>ADCC – </a:t>
            </a:r>
            <a:r>
              <a:rPr lang="en-US" altLang="ko-KR" dirty="0" err="1">
                <a:latin typeface="+mn-lt"/>
              </a:rPr>
              <a:t>average_mode</a:t>
            </a:r>
            <a:r>
              <a:rPr lang="en-US" altLang="ko-KR" dirty="0">
                <a:latin typeface="+mn-lt"/>
              </a:rPr>
              <a:t> </a:t>
            </a:r>
            <a:r>
              <a:rPr lang="en-US" altLang="ko-KR" dirty="0"/>
              <a:t>(Timer</a:t>
            </a:r>
            <a:r>
              <a:rPr lang="ko-KR" altLang="en-US" dirty="0"/>
              <a:t>사용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no-</a:t>
            </a:r>
            <a:r>
              <a:rPr lang="en-US" altLang="ko-KR" dirty="0" err="1"/>
              <a:t>ContinuousMode</a:t>
            </a:r>
            <a:r>
              <a:rPr lang="en-US" altLang="ko-KR" dirty="0"/>
              <a:t>)</a:t>
            </a:r>
            <a:endParaRPr lang="ko-KR" altLang="en-US" dirty="0">
              <a:latin typeface="+mn-lt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310DBCB-42D9-F6FA-7E6A-DB2655A83878}"/>
              </a:ext>
            </a:extLst>
          </p:cNvPr>
          <p:cNvSpPr/>
          <p:nvPr/>
        </p:nvSpPr>
        <p:spPr>
          <a:xfrm>
            <a:off x="1410789" y="757645"/>
            <a:ext cx="1689462" cy="2612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2C61503-6283-0D8D-329E-4EFD765505A0}"/>
              </a:ext>
            </a:extLst>
          </p:cNvPr>
          <p:cNvSpPr/>
          <p:nvPr/>
        </p:nvSpPr>
        <p:spPr>
          <a:xfrm>
            <a:off x="3936274" y="2410272"/>
            <a:ext cx="1637212" cy="2612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465098E-6EB0-9117-B175-F301BBB6D458}"/>
              </a:ext>
            </a:extLst>
          </p:cNvPr>
          <p:cNvSpPr/>
          <p:nvPr/>
        </p:nvSpPr>
        <p:spPr>
          <a:xfrm>
            <a:off x="2377436" y="4406206"/>
            <a:ext cx="653143" cy="2612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CF0A493-02E6-80AF-DAE9-6D1DB0B16AF2}"/>
              </a:ext>
            </a:extLst>
          </p:cNvPr>
          <p:cNvSpPr/>
          <p:nvPr/>
        </p:nvSpPr>
        <p:spPr>
          <a:xfrm>
            <a:off x="2377436" y="5138057"/>
            <a:ext cx="383181" cy="5197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44FC67C-8341-2D9E-B08A-AB521162AB64}"/>
              </a:ext>
            </a:extLst>
          </p:cNvPr>
          <p:cNvSpPr/>
          <p:nvPr/>
        </p:nvSpPr>
        <p:spPr>
          <a:xfrm>
            <a:off x="512441" y="6229756"/>
            <a:ext cx="653143" cy="2612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D689BE55-684D-C5AB-341B-C66B52992575}"/>
              </a:ext>
            </a:extLst>
          </p:cNvPr>
          <p:cNvCxnSpPr>
            <a:cxnSpLocks/>
          </p:cNvCxnSpPr>
          <p:nvPr/>
        </p:nvCxnSpPr>
        <p:spPr>
          <a:xfrm flipH="1">
            <a:off x="4963886" y="4014651"/>
            <a:ext cx="43542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A85037E-CFBA-5AD3-7267-F08FCC9D683E}"/>
              </a:ext>
            </a:extLst>
          </p:cNvPr>
          <p:cNvSpPr txBox="1"/>
          <p:nvPr/>
        </p:nvSpPr>
        <p:spPr>
          <a:xfrm>
            <a:off x="5329644" y="3864821"/>
            <a:ext cx="9877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>
                <a:solidFill>
                  <a:srgbClr val="FF0000"/>
                </a:solidFill>
              </a:rPr>
              <a:t>별의미없슴</a:t>
            </a:r>
            <a:r>
              <a:rPr lang="en-US" altLang="ko-KR" sz="1200" dirty="0">
                <a:solidFill>
                  <a:srgbClr val="FF0000"/>
                </a:solidFill>
              </a:rPr>
              <a:t>.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7F62610B-AAA4-A0BC-A840-851F8D2258F5}"/>
              </a:ext>
            </a:extLst>
          </p:cNvPr>
          <p:cNvCxnSpPr>
            <a:cxnSpLocks/>
          </p:cNvCxnSpPr>
          <p:nvPr/>
        </p:nvCxnSpPr>
        <p:spPr>
          <a:xfrm flipH="1">
            <a:off x="5997060" y="2278824"/>
            <a:ext cx="32035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E046ADE-363D-ED30-42AA-098AA5005FA7}"/>
              </a:ext>
            </a:extLst>
          </p:cNvPr>
          <p:cNvSpPr txBox="1"/>
          <p:nvPr/>
        </p:nvSpPr>
        <p:spPr>
          <a:xfrm>
            <a:off x="6288116" y="2148662"/>
            <a:ext cx="13125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TMR1 </a:t>
            </a:r>
            <a:r>
              <a:rPr lang="ko-KR" altLang="en-US" sz="1100" dirty="0">
                <a:solidFill>
                  <a:srgbClr val="FF0000"/>
                </a:solidFill>
              </a:rPr>
              <a:t>사용</a:t>
            </a: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23C41910-5952-DFD1-6EB7-248B648C8D47}"/>
              </a:ext>
            </a:extLst>
          </p:cNvPr>
          <p:cNvCxnSpPr>
            <a:cxnSpLocks/>
          </p:cNvCxnSpPr>
          <p:nvPr/>
        </p:nvCxnSpPr>
        <p:spPr>
          <a:xfrm flipH="1">
            <a:off x="1910125" y="6117399"/>
            <a:ext cx="32035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E04FC73-3C98-B69D-C114-24F6ACE21DD0}"/>
              </a:ext>
            </a:extLst>
          </p:cNvPr>
          <p:cNvSpPr txBox="1"/>
          <p:nvPr/>
        </p:nvSpPr>
        <p:spPr>
          <a:xfrm>
            <a:off x="2168906" y="5995540"/>
            <a:ext cx="23568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>
                <a:solidFill>
                  <a:srgbClr val="FF0000"/>
                </a:solidFill>
              </a:rPr>
              <a:t>사용안해도됨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B9EB99-BC75-3889-A86C-0E63EB6C71B0}"/>
              </a:ext>
            </a:extLst>
          </p:cNvPr>
          <p:cNvSpPr txBox="1"/>
          <p:nvPr/>
        </p:nvSpPr>
        <p:spPr>
          <a:xfrm>
            <a:off x="7677150" y="1068430"/>
            <a:ext cx="3724275" cy="985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/>
              <a:t>* </a:t>
            </a:r>
            <a:r>
              <a:rPr lang="ko-KR" altLang="en-US" sz="1000" dirty="0"/>
              <a:t>타이머를 </a:t>
            </a:r>
            <a:r>
              <a:rPr lang="en-US" altLang="ko-KR" sz="1000" dirty="0"/>
              <a:t>1ms</a:t>
            </a:r>
            <a:r>
              <a:rPr lang="ko-KR" altLang="en-US" sz="1000" dirty="0"/>
              <a:t>로 설정해도 </a:t>
            </a:r>
            <a:r>
              <a:rPr lang="en-US" altLang="ko-KR" sz="1000" dirty="0"/>
              <a:t>8</a:t>
            </a:r>
            <a:r>
              <a:rPr lang="ko-KR" altLang="en-US" sz="1000" dirty="0"/>
              <a:t>번 평균하는 속도는 </a:t>
            </a:r>
            <a:r>
              <a:rPr lang="ko-KR" altLang="en-US" sz="1000" dirty="0" err="1"/>
              <a:t>안변함</a:t>
            </a:r>
            <a:r>
              <a:rPr lang="ko-KR" altLang="en-US" sz="1000" dirty="0"/>
              <a:t> </a:t>
            </a:r>
            <a:r>
              <a:rPr lang="en-US" altLang="ko-KR" sz="1000" dirty="0"/>
              <a:t>???</a:t>
            </a:r>
          </a:p>
          <a:p>
            <a:pPr>
              <a:lnSpc>
                <a:spcPct val="150000"/>
              </a:lnSpc>
            </a:pPr>
            <a:r>
              <a:rPr lang="ko-KR" altLang="en-US" sz="1000" dirty="0"/>
              <a:t>  </a:t>
            </a:r>
            <a:r>
              <a:rPr lang="en-US" altLang="ko-KR" sz="1000" dirty="0"/>
              <a:t>(</a:t>
            </a:r>
            <a:r>
              <a:rPr lang="ko-KR" altLang="en-US" sz="1000" dirty="0"/>
              <a:t>타이머 </a:t>
            </a:r>
            <a:r>
              <a:rPr lang="en-US" altLang="ko-KR" sz="1000" dirty="0" err="1"/>
              <a:t>prescal</a:t>
            </a:r>
            <a:r>
              <a:rPr lang="ko-KR" altLang="en-US" sz="1000" dirty="0"/>
              <a:t>에 따라 평균속도는 변함</a:t>
            </a:r>
            <a:r>
              <a:rPr lang="en-US" altLang="ko-KR" sz="10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000" dirty="0"/>
              <a:t>* </a:t>
            </a:r>
            <a:r>
              <a:rPr lang="ko-KR" altLang="en-US" sz="1000" dirty="0"/>
              <a:t>어떻게 </a:t>
            </a:r>
            <a:r>
              <a:rPr lang="en-US" altLang="ko-KR" sz="1000" dirty="0"/>
              <a:t>TMR</a:t>
            </a:r>
            <a:r>
              <a:rPr lang="ko-KR" altLang="en-US" sz="1000" dirty="0"/>
              <a:t>를 설정해도 </a:t>
            </a:r>
            <a:r>
              <a:rPr lang="en-US" altLang="ko-KR" sz="1000" dirty="0"/>
              <a:t>1</a:t>
            </a:r>
            <a:r>
              <a:rPr lang="ko-KR" altLang="en-US" sz="1000" dirty="0"/>
              <a:t>초에 </a:t>
            </a:r>
            <a:r>
              <a:rPr lang="en-US" altLang="ko-KR" sz="1000" dirty="0"/>
              <a:t>7</a:t>
            </a:r>
            <a:r>
              <a:rPr lang="ko-KR" altLang="en-US" sz="1000" dirty="0" err="1"/>
              <a:t>번정도</a:t>
            </a:r>
            <a:r>
              <a:rPr lang="ko-KR" altLang="en-US" sz="1000" dirty="0"/>
              <a:t> 측정됨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r>
              <a:rPr lang="en-US" altLang="ko-KR" sz="1000" dirty="0">
                <a:solidFill>
                  <a:srgbClr val="FF0000"/>
                </a:solidFill>
              </a:rPr>
              <a:t>!!! </a:t>
            </a:r>
            <a:r>
              <a:rPr lang="ko-KR" altLang="en-US" sz="1000" dirty="0">
                <a:solidFill>
                  <a:srgbClr val="FF0000"/>
                </a:solidFill>
              </a:rPr>
              <a:t>방법</a:t>
            </a:r>
            <a:r>
              <a:rPr lang="en-US" altLang="ko-KR" sz="1000" dirty="0">
                <a:solidFill>
                  <a:srgbClr val="FF0000"/>
                </a:solidFill>
              </a:rPr>
              <a:t>: </a:t>
            </a:r>
            <a:r>
              <a:rPr lang="ko-KR" altLang="en-US" sz="1000" dirty="0">
                <a:solidFill>
                  <a:srgbClr val="FF0000"/>
                </a:solidFill>
              </a:rPr>
              <a:t>이문서 </a:t>
            </a:r>
            <a:r>
              <a:rPr lang="en-US" altLang="ko-KR" sz="1000" dirty="0">
                <a:solidFill>
                  <a:srgbClr val="FF0000"/>
                </a:solidFill>
              </a:rPr>
              <a:t>ADC-</a:t>
            </a:r>
            <a:r>
              <a:rPr lang="ko-KR" altLang="en-US" sz="1000" dirty="0">
                <a:solidFill>
                  <a:srgbClr val="FF0000"/>
                </a:solidFill>
              </a:rPr>
              <a:t>타이머 설정 페이지 반드시 참조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3C45A3D-7ECD-6D86-7A56-7CBF165BD8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7162" y="5441124"/>
            <a:ext cx="114300" cy="13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038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A5B37-CDD7-AE21-59E6-DE389F364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3CE85D4F-89FE-DBA1-B529-9AA088C3E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441" y="1466850"/>
            <a:ext cx="7391400" cy="39243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DB15992-B533-FA1D-1D0B-9E5EC81F3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>
                <a:latin typeface="+mn-lt"/>
              </a:rPr>
              <a:t>ADCC – </a:t>
            </a:r>
            <a:r>
              <a:rPr lang="en-US" altLang="ko-KR" dirty="0" err="1">
                <a:latin typeface="+mn-lt"/>
              </a:rPr>
              <a:t>average_mode</a:t>
            </a:r>
            <a:r>
              <a:rPr lang="en-US" altLang="ko-KR" dirty="0">
                <a:latin typeface="+mn-lt"/>
              </a:rPr>
              <a:t> </a:t>
            </a:r>
            <a:r>
              <a:rPr lang="en-US" altLang="ko-KR" dirty="0"/>
              <a:t>(Timer</a:t>
            </a:r>
            <a:r>
              <a:rPr lang="ko-KR" altLang="en-US" dirty="0"/>
              <a:t>사용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no-</a:t>
            </a:r>
            <a:r>
              <a:rPr lang="en-US" altLang="ko-KR" dirty="0" err="1"/>
              <a:t>ContinuousMode</a:t>
            </a:r>
            <a:r>
              <a:rPr lang="en-US" altLang="ko-KR" dirty="0"/>
              <a:t>)</a:t>
            </a:r>
            <a:endParaRPr lang="ko-KR" altLang="en-US" dirty="0">
              <a:latin typeface="+mn-lt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FECFCD8-155E-115B-3A29-30D7C48F54DD}"/>
              </a:ext>
            </a:extLst>
          </p:cNvPr>
          <p:cNvSpPr/>
          <p:nvPr/>
        </p:nvSpPr>
        <p:spPr>
          <a:xfrm>
            <a:off x="1653490" y="2008089"/>
            <a:ext cx="1637212" cy="8765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988B4D49-D6FB-70A5-5F77-19B59B3E46EC}"/>
              </a:ext>
            </a:extLst>
          </p:cNvPr>
          <p:cNvCxnSpPr>
            <a:cxnSpLocks/>
          </p:cNvCxnSpPr>
          <p:nvPr/>
        </p:nvCxnSpPr>
        <p:spPr>
          <a:xfrm flipH="1">
            <a:off x="2038350" y="1731273"/>
            <a:ext cx="374995" cy="3642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697F39B-6981-F248-514D-78A95ADFB709}"/>
              </a:ext>
            </a:extLst>
          </p:cNvPr>
          <p:cNvSpPr txBox="1"/>
          <p:nvPr/>
        </p:nvSpPr>
        <p:spPr>
          <a:xfrm>
            <a:off x="1992878" y="1327100"/>
            <a:ext cx="11503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solidFill>
                  <a:srgbClr val="FF0000"/>
                </a:solidFill>
              </a:rPr>
              <a:t>원하는 주기에 따라 선택</a:t>
            </a: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C4206990-D827-1E32-DC9E-243E9B0C30A5}"/>
              </a:ext>
            </a:extLst>
          </p:cNvPr>
          <p:cNvCxnSpPr>
            <a:cxnSpLocks/>
          </p:cNvCxnSpPr>
          <p:nvPr/>
        </p:nvCxnSpPr>
        <p:spPr>
          <a:xfrm flipH="1">
            <a:off x="6305550" y="1731273"/>
            <a:ext cx="104775" cy="4309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AC40A5D-5B9E-FEF6-E15C-83F74AA529C4}"/>
              </a:ext>
            </a:extLst>
          </p:cNvPr>
          <p:cNvSpPr txBox="1"/>
          <p:nvPr/>
        </p:nvSpPr>
        <p:spPr>
          <a:xfrm>
            <a:off x="6034462" y="1496377"/>
            <a:ext cx="9127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>
                <a:solidFill>
                  <a:srgbClr val="FF0000"/>
                </a:solidFill>
              </a:rPr>
              <a:t>의미 </a:t>
            </a:r>
            <a:r>
              <a:rPr lang="ko-KR" altLang="en-US" sz="1100" dirty="0" err="1">
                <a:solidFill>
                  <a:srgbClr val="FF0000"/>
                </a:solidFill>
              </a:rPr>
              <a:t>없슴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C413169E-5938-21A0-6F0F-8E12F09FCDEE}"/>
              </a:ext>
            </a:extLst>
          </p:cNvPr>
          <p:cNvCxnSpPr>
            <a:cxnSpLocks/>
          </p:cNvCxnSpPr>
          <p:nvPr/>
        </p:nvCxnSpPr>
        <p:spPr>
          <a:xfrm flipH="1">
            <a:off x="2037915" y="3024427"/>
            <a:ext cx="16398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6FD0EAE-DA20-83DC-38C6-5CA87BF4A25E}"/>
              </a:ext>
            </a:extLst>
          </p:cNvPr>
          <p:cNvSpPr txBox="1"/>
          <p:nvPr/>
        </p:nvSpPr>
        <p:spPr>
          <a:xfrm>
            <a:off x="2140331" y="2902568"/>
            <a:ext cx="11503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>
                <a:solidFill>
                  <a:srgbClr val="FF0000"/>
                </a:solidFill>
              </a:rPr>
              <a:t>사용안해도됨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FDD339E-973C-7D80-AA80-0247BF91C97B}"/>
              </a:ext>
            </a:extLst>
          </p:cNvPr>
          <p:cNvSpPr txBox="1"/>
          <p:nvPr/>
        </p:nvSpPr>
        <p:spPr>
          <a:xfrm>
            <a:off x="8174928" y="2786638"/>
            <a:ext cx="3724275" cy="2140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/>
              <a:t>* </a:t>
            </a:r>
            <a:r>
              <a:rPr lang="ko-KR" altLang="en-US" sz="1000" dirty="0"/>
              <a:t>타이머를 </a:t>
            </a:r>
            <a:r>
              <a:rPr lang="en-US" altLang="ko-KR" sz="1000" dirty="0"/>
              <a:t>50us</a:t>
            </a:r>
            <a:r>
              <a:rPr lang="ko-KR" altLang="en-US" sz="1000" dirty="0"/>
              <a:t>로 설정해도 </a:t>
            </a:r>
            <a:r>
              <a:rPr lang="en-US" altLang="ko-KR" sz="1000" dirty="0"/>
              <a:t>8</a:t>
            </a:r>
            <a:r>
              <a:rPr lang="ko-KR" altLang="en-US" sz="1000" dirty="0"/>
              <a:t>번 평균하는 속도는 </a:t>
            </a:r>
            <a:r>
              <a:rPr lang="ko-KR" altLang="en-US" sz="1000" dirty="0" err="1"/>
              <a:t>안변함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r>
              <a:rPr lang="en-US" altLang="ko-KR" sz="1000" dirty="0"/>
              <a:t>* Clock Source</a:t>
            </a:r>
            <a:r>
              <a:rPr lang="ko-KR" altLang="en-US" sz="1000" dirty="0"/>
              <a:t>와</a:t>
            </a:r>
            <a:r>
              <a:rPr lang="en-US" altLang="ko-KR" sz="1000" dirty="0"/>
              <a:t>, </a:t>
            </a:r>
            <a:r>
              <a:rPr lang="en-US" altLang="ko-KR" sz="1000" dirty="0" err="1"/>
              <a:t>Prescaler</a:t>
            </a:r>
            <a:r>
              <a:rPr lang="ko-KR" altLang="en-US" sz="1000" dirty="0"/>
              <a:t>를 변경하여 최대 </a:t>
            </a:r>
            <a:r>
              <a:rPr lang="en-US" altLang="ko-KR" sz="1000" dirty="0"/>
              <a:t>Timer Period</a:t>
            </a:r>
            <a:r>
              <a:rPr lang="ko-KR" altLang="en-US" sz="1000" dirty="0"/>
              <a:t>값에 따라 </a:t>
            </a:r>
            <a:r>
              <a:rPr lang="en-US" altLang="ko-KR" sz="1000" dirty="0"/>
              <a:t>ADC </a:t>
            </a:r>
            <a:r>
              <a:rPr lang="ko-KR" altLang="en-US" sz="1000" dirty="0"/>
              <a:t>트리거가 발생함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br>
              <a:rPr lang="en-US" altLang="ko-KR" sz="1000" dirty="0"/>
            </a:br>
            <a:r>
              <a:rPr lang="en-US" altLang="ko-KR" sz="1000" dirty="0"/>
              <a:t>* 50uS</a:t>
            </a:r>
            <a:r>
              <a:rPr lang="ko-KR" altLang="en-US" sz="1000" dirty="0"/>
              <a:t>는 아마도 </a:t>
            </a:r>
            <a:r>
              <a:rPr lang="en-US" altLang="ko-KR" sz="1000" dirty="0" err="1"/>
              <a:t>overflo</a:t>
            </a:r>
            <a:r>
              <a:rPr lang="ko-KR" altLang="en-US" sz="1000" dirty="0"/>
              <a:t>발생 </a:t>
            </a:r>
            <a:r>
              <a:rPr lang="ko-KR" altLang="en-US" sz="1000" dirty="0" err="1"/>
              <a:t>주기인거</a:t>
            </a:r>
            <a:r>
              <a:rPr lang="ko-KR" altLang="en-US" sz="1000" dirty="0"/>
              <a:t> 같고</a:t>
            </a:r>
            <a:r>
              <a:rPr lang="en-US" altLang="ko-KR" sz="1000" dirty="0"/>
              <a:t>, </a:t>
            </a:r>
            <a:r>
              <a:rPr lang="ko-KR" altLang="en-US" sz="1000" dirty="0"/>
              <a:t>타이머 클럭 자체의 신호마다 </a:t>
            </a:r>
            <a:r>
              <a:rPr lang="en-US" altLang="ko-KR" sz="1000" dirty="0"/>
              <a:t>ADC </a:t>
            </a:r>
            <a:r>
              <a:rPr lang="ko-KR" altLang="en-US" sz="1000" dirty="0"/>
              <a:t>트리거를 </a:t>
            </a:r>
            <a:r>
              <a:rPr lang="ko-KR" altLang="en-US" sz="1000" dirty="0" err="1"/>
              <a:t>발생하는듯함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br>
              <a:rPr lang="en-US" altLang="ko-KR" sz="1000" dirty="0"/>
            </a:br>
            <a:r>
              <a:rPr lang="en-US" altLang="ko-KR" sz="1000" dirty="0">
                <a:solidFill>
                  <a:srgbClr val="FF0000"/>
                </a:solidFill>
              </a:rPr>
              <a:t>!!! </a:t>
            </a:r>
            <a:r>
              <a:rPr lang="ko-KR" altLang="en-US" sz="1000" dirty="0">
                <a:solidFill>
                  <a:srgbClr val="FF0000"/>
                </a:solidFill>
              </a:rPr>
              <a:t>방법</a:t>
            </a:r>
            <a:r>
              <a:rPr lang="en-US" altLang="ko-KR" sz="1000" dirty="0">
                <a:solidFill>
                  <a:srgbClr val="FF0000"/>
                </a:solidFill>
              </a:rPr>
              <a:t>: </a:t>
            </a:r>
            <a:r>
              <a:rPr lang="ko-KR" altLang="en-US" sz="1000" dirty="0">
                <a:solidFill>
                  <a:srgbClr val="FF0000"/>
                </a:solidFill>
              </a:rPr>
              <a:t>이문서 </a:t>
            </a:r>
            <a:r>
              <a:rPr lang="en-US" altLang="ko-KR" sz="1000" dirty="0">
                <a:solidFill>
                  <a:srgbClr val="FF0000"/>
                </a:solidFill>
              </a:rPr>
              <a:t>ADC-</a:t>
            </a:r>
            <a:r>
              <a:rPr lang="ko-KR" altLang="en-US" sz="1000" dirty="0">
                <a:solidFill>
                  <a:srgbClr val="FF0000"/>
                </a:solidFill>
              </a:rPr>
              <a:t>타이머 설정 페이지 반드시 참조</a:t>
            </a:r>
          </a:p>
          <a:p>
            <a:pPr>
              <a:lnSpc>
                <a:spcPct val="150000"/>
              </a:lnSpc>
            </a:pPr>
            <a:endParaRPr lang="ko-KR" altLang="en-US" sz="1000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F33BDACF-DD08-FD1A-7651-6EE79C264F77}"/>
              </a:ext>
            </a:extLst>
          </p:cNvPr>
          <p:cNvSpPr/>
          <p:nvPr/>
        </p:nvSpPr>
        <p:spPr>
          <a:xfrm>
            <a:off x="7182907" y="1848505"/>
            <a:ext cx="597878" cy="59787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F1DE49C5-A6A3-171A-0C63-DB7003D0BABB}"/>
              </a:ext>
            </a:extLst>
          </p:cNvPr>
          <p:cNvCxnSpPr>
            <a:cxnSpLocks/>
          </p:cNvCxnSpPr>
          <p:nvPr/>
        </p:nvCxnSpPr>
        <p:spPr>
          <a:xfrm flipH="1">
            <a:off x="7657595" y="1848505"/>
            <a:ext cx="517334" cy="3136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A637E39-84AC-94B3-E49E-3A6D2D3C34B2}"/>
              </a:ext>
            </a:extLst>
          </p:cNvPr>
          <p:cNvSpPr txBox="1"/>
          <p:nvPr/>
        </p:nvSpPr>
        <p:spPr>
          <a:xfrm>
            <a:off x="8174928" y="1731273"/>
            <a:ext cx="10071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>
                <a:solidFill>
                  <a:srgbClr val="FF0000"/>
                </a:solidFill>
              </a:rPr>
              <a:t>트리거 주기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3664FFB-721F-717B-DA02-DFBABEBBB4B0}"/>
              </a:ext>
            </a:extLst>
          </p:cNvPr>
          <p:cNvSpPr txBox="1"/>
          <p:nvPr/>
        </p:nvSpPr>
        <p:spPr>
          <a:xfrm>
            <a:off x="4208141" y="84297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타이머설정</a:t>
            </a:r>
          </a:p>
        </p:txBody>
      </p:sp>
    </p:spTree>
    <p:extLst>
      <p:ext uri="{BB962C8B-B14F-4D97-AF65-F5344CB8AC3E}">
        <p14:creationId xmlns:p14="http://schemas.microsoft.com/office/powerpoint/2010/main" val="3533806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0D892-E88C-BD4D-872E-180D1CE22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CEDCD7A-2E8A-645F-DC4C-DB108F45D55C}"/>
              </a:ext>
            </a:extLst>
          </p:cNvPr>
          <p:cNvSpPr txBox="1"/>
          <p:nvPr/>
        </p:nvSpPr>
        <p:spPr>
          <a:xfrm>
            <a:off x="260318" y="803787"/>
            <a:ext cx="5448299" cy="540878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buNone/>
            </a:pPr>
            <a:r>
              <a:rPr lang="en-US" altLang="ko-KR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volatile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adcc_avg_ready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600"/>
              </a:lnSpc>
              <a:buNone/>
            </a:pPr>
            <a:b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my_ADCC_ThresholdISR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600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adcc_avg_ready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ko-KR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// RPT </a:t>
            </a:r>
            <a:r>
              <a:rPr lang="ko-KR" altLang="en-US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횟수만큼 샘플링 완료 → 평균값 준비됨</a:t>
            </a:r>
            <a:endParaRPr lang="ko-KR" alt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600"/>
              </a:lnSpc>
              <a:buNone/>
            </a:pP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altLang="ko-KR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test_adc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600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uint16_t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adc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lnSpc>
                <a:spcPts val="1600"/>
              </a:lnSpc>
              <a:buNone/>
            </a:pPr>
            <a:b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altLang="ko-KR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ADCC_SetADIInterruptHandler</a:t>
            </a:r>
            <a:r>
              <a:rPr lang="en-US" altLang="ko-KR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my_ADCC_ISR</a:t>
            </a:r>
            <a:r>
              <a:rPr lang="en-US" altLang="ko-KR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ADCC_SetADTIInterruptHandler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my_ADCC_ThresholdISR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600"/>
              </a:lnSpc>
              <a:buNone/>
            </a:pPr>
            <a:b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altLang="ko-KR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ADCC_EnableContinuousConversion</a:t>
            </a:r>
            <a:r>
              <a:rPr lang="en-US" altLang="ko-KR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();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altLang="ko-KR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ADCC_DisableContinuousConversion</a:t>
            </a:r>
            <a:r>
              <a:rPr lang="en-US" altLang="ko-KR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();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600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US" altLang="ko-KR" sz="1000" dirty="0">
                <a:solidFill>
                  <a:srgbClr val="6A9955"/>
                </a:solidFill>
                <a:latin typeface="Consolas" panose="020B0609020204030204" pitchFamily="49" charset="0"/>
              </a:rPr>
              <a:t>ADPCH = </a:t>
            </a:r>
            <a:r>
              <a:rPr lang="en-US" altLang="ko-KR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channel_ANA0; // </a:t>
            </a:r>
            <a:r>
              <a:rPr lang="ko-KR" altLang="en-US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채널선택만 해줘도 됨</a:t>
            </a:r>
            <a:br>
              <a:rPr lang="ko-KR" alt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 {</a:t>
            </a:r>
          </a:p>
          <a:p>
            <a:pPr>
              <a:lnSpc>
                <a:spcPts val="1600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adcc_avg_ready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)</a:t>
            </a:r>
          </a:p>
          <a:p>
            <a:pPr>
              <a:lnSpc>
                <a:spcPts val="1600"/>
              </a:lnSpc>
              <a:buNone/>
            </a:pPr>
            <a:r>
              <a:rPr lang="en-US" altLang="ko-KR" sz="1000" dirty="0">
                <a:solidFill>
                  <a:srgbClr val="CCCCCC"/>
                </a:solidFill>
                <a:latin typeface="Consolas" panose="020B0609020204030204" pitchFamily="49" charset="0"/>
              </a:rPr>
              <a:t>	continue;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dirty="0">
                <a:solidFill>
                  <a:srgbClr val="569CD6"/>
                </a:solidFill>
                <a:latin typeface="Consolas" panose="020B0609020204030204" pitchFamily="49" charset="0"/>
              </a:rPr>
              <a:t>uint8_t 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cntConversion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ADCC_GetCurrentCountofConversions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600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adc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ADCC_GetConversionResult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600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adc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ADCC_GetFilterValue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altLang="ko-KR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ko-KR" altLang="en-US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평균값 반환</a:t>
            </a:r>
            <a:endParaRPr lang="ko-KR" alt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ko-KR" alt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dbg_printf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"ADC: </a:t>
            </a:r>
            <a:r>
              <a:rPr lang="en-US" altLang="ko-KR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ko-KR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ko-KR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ko-KR" sz="10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adc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adc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cntConversion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600"/>
              </a:lnSpc>
              <a:buNone/>
            </a:pPr>
            <a:r>
              <a:rPr lang="ko-KR" alt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adcc_avg_ready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600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600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4FB9643-94DB-751A-E448-8F59641B7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>
                <a:latin typeface="+mn-lt"/>
              </a:rPr>
              <a:t>ADCC – </a:t>
            </a:r>
            <a:r>
              <a:rPr lang="en-US" altLang="ko-KR" dirty="0" err="1">
                <a:latin typeface="+mn-lt"/>
              </a:rPr>
              <a:t>average_mode</a:t>
            </a:r>
            <a:r>
              <a:rPr lang="en-US" altLang="ko-KR" dirty="0">
                <a:latin typeface="+mn-lt"/>
              </a:rPr>
              <a:t> </a:t>
            </a:r>
            <a:r>
              <a:rPr lang="en-US" altLang="ko-KR" dirty="0"/>
              <a:t>(Timer,</a:t>
            </a:r>
            <a:r>
              <a:rPr lang="ko-KR" altLang="en-US" dirty="0"/>
              <a:t> </a:t>
            </a:r>
            <a:r>
              <a:rPr lang="en-US" altLang="ko-KR" dirty="0"/>
              <a:t>no-</a:t>
            </a:r>
            <a:r>
              <a:rPr lang="en-US" altLang="ko-KR" dirty="0" err="1"/>
              <a:t>ContinuousMode</a:t>
            </a:r>
            <a:r>
              <a:rPr lang="en-US" altLang="ko-KR" dirty="0"/>
              <a:t>)</a:t>
            </a:r>
            <a:endParaRPr lang="ko-KR" altLang="en-US" dirty="0">
              <a:latin typeface="+mn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BB01A9-731E-2A9D-41DD-0FEB8ABDBB00}"/>
              </a:ext>
            </a:extLst>
          </p:cNvPr>
          <p:cNvSpPr txBox="1"/>
          <p:nvPr/>
        </p:nvSpPr>
        <p:spPr>
          <a:xfrm>
            <a:off x="7319963" y="803787"/>
            <a:ext cx="3357562" cy="361445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dirty="0"/>
              <a:t>10:59:11.143&gt; ADC: 2984,2984,8</a:t>
            </a:r>
          </a:p>
          <a:p>
            <a:pPr>
              <a:lnSpc>
                <a:spcPct val="150000"/>
              </a:lnSpc>
            </a:pPr>
            <a:r>
              <a:rPr lang="en-US" altLang="ko-KR" sz="1100" dirty="0"/>
              <a:t>10:59:12.139&gt; ADC: 2979,2982,8</a:t>
            </a:r>
          </a:p>
          <a:p>
            <a:pPr>
              <a:lnSpc>
                <a:spcPct val="150000"/>
              </a:lnSpc>
            </a:pPr>
            <a:r>
              <a:rPr lang="en-US" altLang="ko-KR" sz="1100" dirty="0"/>
              <a:t>10:59:13.195&gt; ADC: 2983,2984,8</a:t>
            </a:r>
          </a:p>
          <a:p>
            <a:pPr>
              <a:lnSpc>
                <a:spcPct val="150000"/>
              </a:lnSpc>
            </a:pPr>
            <a:r>
              <a:rPr lang="en-US" altLang="ko-KR" sz="1100" dirty="0"/>
              <a:t>10:59:14.268&gt; ADC: 2986,2982,8</a:t>
            </a:r>
          </a:p>
          <a:p>
            <a:pPr>
              <a:lnSpc>
                <a:spcPct val="150000"/>
              </a:lnSpc>
            </a:pPr>
            <a:r>
              <a:rPr lang="en-US" altLang="ko-KR" sz="1100" dirty="0"/>
              <a:t>10:59:15.341&gt; ADC: 2981,2981,8</a:t>
            </a:r>
          </a:p>
          <a:p>
            <a:pPr>
              <a:lnSpc>
                <a:spcPct val="150000"/>
              </a:lnSpc>
            </a:pPr>
            <a:r>
              <a:rPr lang="en-US" altLang="ko-KR" sz="1100" dirty="0"/>
              <a:t>10:59:16.404&gt; ADC: 2986,2983,8</a:t>
            </a:r>
          </a:p>
          <a:p>
            <a:pPr>
              <a:lnSpc>
                <a:spcPct val="150000"/>
              </a:lnSpc>
            </a:pPr>
            <a:r>
              <a:rPr lang="en-US" altLang="ko-KR" sz="1100" dirty="0"/>
              <a:t>10:59:17.394&gt; ADC: 2986,2984,8</a:t>
            </a:r>
          </a:p>
          <a:p>
            <a:pPr>
              <a:lnSpc>
                <a:spcPct val="150000"/>
              </a:lnSpc>
            </a:pPr>
            <a:r>
              <a:rPr lang="en-US" altLang="ko-KR" sz="1100" dirty="0"/>
              <a:t>10:59:18.469&gt; ADC: 2986,2983,8</a:t>
            </a:r>
          </a:p>
          <a:p>
            <a:pPr>
              <a:lnSpc>
                <a:spcPct val="150000"/>
              </a:lnSpc>
            </a:pPr>
            <a:r>
              <a:rPr lang="en-US" altLang="ko-KR" sz="1100" dirty="0"/>
              <a:t>10:59:19.525&gt; ADC: 2986,2984,8</a:t>
            </a:r>
          </a:p>
          <a:p>
            <a:pPr>
              <a:lnSpc>
                <a:spcPct val="150000"/>
              </a:lnSpc>
            </a:pPr>
            <a:r>
              <a:rPr lang="en-US" altLang="ko-KR" sz="1100" dirty="0"/>
              <a:t>10:59:20.533&gt; ADC: 2975,2980,8</a:t>
            </a:r>
          </a:p>
          <a:p>
            <a:pPr>
              <a:lnSpc>
                <a:spcPct val="150000"/>
              </a:lnSpc>
            </a:pPr>
            <a:r>
              <a:rPr lang="en-US" altLang="ko-KR" sz="1100" dirty="0"/>
              <a:t>10:59:21.589&gt; ADC: 2981,2982,8</a:t>
            </a:r>
          </a:p>
          <a:p>
            <a:pPr>
              <a:lnSpc>
                <a:spcPct val="150000"/>
              </a:lnSpc>
            </a:pPr>
            <a:r>
              <a:rPr lang="en-US" altLang="ko-KR" sz="1100" dirty="0"/>
              <a:t>10:59:22.646&gt; ADC: 2988,2981,8</a:t>
            </a:r>
          </a:p>
          <a:p>
            <a:pPr>
              <a:lnSpc>
                <a:spcPct val="150000"/>
              </a:lnSpc>
            </a:pPr>
            <a:r>
              <a:rPr lang="en-US" altLang="ko-KR" sz="1100" dirty="0"/>
              <a:t>10:59:23.719&gt; ADC: 2975,2983,8</a:t>
            </a:r>
          </a:p>
          <a:p>
            <a:pPr>
              <a:lnSpc>
                <a:spcPct val="150000"/>
              </a:lnSpc>
            </a:pPr>
            <a:r>
              <a:rPr lang="en-US" altLang="ko-KR" sz="1100" dirty="0"/>
              <a:t>10:59:24.780&gt; ADC: 2983,2983,8</a:t>
            </a:r>
            <a:endParaRPr lang="ko-KR" altLang="en-US" sz="11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360702-DB99-39FC-7EAD-8AB5D2152FBB}"/>
              </a:ext>
            </a:extLst>
          </p:cNvPr>
          <p:cNvSpPr txBox="1"/>
          <p:nvPr/>
        </p:nvSpPr>
        <p:spPr>
          <a:xfrm>
            <a:off x="6381750" y="4657725"/>
            <a:ext cx="5610831" cy="15831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 dirty="0"/>
              <a:t>MCC</a:t>
            </a:r>
            <a:r>
              <a:rPr lang="ko-KR" altLang="en-US" sz="1100" dirty="0"/>
              <a:t>설정에서</a:t>
            </a:r>
            <a:r>
              <a:rPr lang="en-US" altLang="ko-KR" sz="1100" dirty="0"/>
              <a:t>, TMR1</a:t>
            </a:r>
            <a:r>
              <a:rPr lang="ko-KR" altLang="en-US" sz="1100" dirty="0"/>
              <a:t>을 </a:t>
            </a:r>
            <a:r>
              <a:rPr lang="en-US" altLang="ko-KR" sz="1100" dirty="0"/>
              <a:t>131ms</a:t>
            </a:r>
            <a:r>
              <a:rPr lang="ko-KR" altLang="en-US" sz="1100" dirty="0"/>
              <a:t>클럭으로 설정했기에</a:t>
            </a:r>
            <a:r>
              <a:rPr lang="en-US" altLang="ko-KR" sz="1100" dirty="0"/>
              <a:t>, 131ms</a:t>
            </a:r>
            <a:r>
              <a:rPr lang="ko-KR" altLang="en-US" sz="1100" dirty="0"/>
              <a:t>마다 트리거가 발생하고</a:t>
            </a:r>
            <a:br>
              <a:rPr lang="en-US" altLang="ko-KR" sz="1100" dirty="0"/>
            </a:br>
            <a:r>
              <a:rPr lang="en-US" altLang="ko-KR" sz="1100" dirty="0"/>
              <a:t>8</a:t>
            </a:r>
            <a:r>
              <a:rPr lang="ko-KR" altLang="en-US" sz="1100" dirty="0"/>
              <a:t>번 트리거 발생하면</a:t>
            </a:r>
            <a:r>
              <a:rPr lang="en-US" altLang="ko-KR" sz="1100" dirty="0"/>
              <a:t>, 1048ms</a:t>
            </a:r>
            <a:r>
              <a:rPr lang="ko-KR" altLang="en-US" sz="1100" dirty="0"/>
              <a:t>마다</a:t>
            </a:r>
            <a:r>
              <a:rPr lang="en-US" altLang="ko-KR" sz="1100" dirty="0"/>
              <a:t>, </a:t>
            </a:r>
            <a:r>
              <a:rPr lang="en-US" altLang="ko-KR" sz="1100" dirty="0" err="1"/>
              <a:t>adcc_avg_ready</a:t>
            </a:r>
            <a:r>
              <a:rPr lang="ko-KR" altLang="en-US" sz="1100" dirty="0"/>
              <a:t>가 발생하고</a:t>
            </a:r>
            <a:br>
              <a:rPr lang="en-US" altLang="ko-KR" sz="1100" dirty="0"/>
            </a:br>
            <a:r>
              <a:rPr lang="en-US" altLang="ko-KR" sz="1100" dirty="0"/>
              <a:t>  </a:t>
            </a:r>
            <a:r>
              <a:rPr lang="ko-KR" altLang="en-US" sz="1100" dirty="0"/>
              <a:t>평균을 </a:t>
            </a:r>
            <a:r>
              <a:rPr lang="ko-KR" altLang="en-US" sz="1100" dirty="0" err="1"/>
              <a:t>읽을수</a:t>
            </a:r>
            <a:r>
              <a:rPr lang="ko-KR" altLang="en-US" sz="1100" dirty="0"/>
              <a:t> 있다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accum</a:t>
            </a:r>
            <a:r>
              <a:rPr lang="en-US" altLang="ko-KR" sz="1100" dirty="0"/>
              <a:t> </a:t>
            </a:r>
            <a:r>
              <a:rPr lang="ko-KR" altLang="en-US" sz="1100" dirty="0"/>
              <a:t>및 </a:t>
            </a:r>
            <a:r>
              <a:rPr lang="en-US" altLang="ko-KR" sz="1100" dirty="0" err="1"/>
              <a:t>cnt</a:t>
            </a:r>
            <a:r>
              <a:rPr lang="ko-KR" altLang="en-US" sz="1100" dirty="0"/>
              <a:t>는 자동 초기화된다</a:t>
            </a:r>
            <a:r>
              <a:rPr lang="en-US" altLang="ko-KR" sz="11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1100" dirty="0"/>
          </a:p>
          <a:p>
            <a:pPr>
              <a:lnSpc>
                <a:spcPct val="150000"/>
              </a:lnSpc>
            </a:pPr>
            <a:r>
              <a:rPr lang="en-US" altLang="ko-KR" sz="1100" dirty="0"/>
              <a:t>* </a:t>
            </a:r>
            <a:r>
              <a:rPr lang="ko-KR" altLang="en-US" sz="1100" dirty="0"/>
              <a:t>타이머 설정에 따라 주기적 평균을 </a:t>
            </a:r>
            <a:r>
              <a:rPr lang="ko-KR" altLang="en-US" sz="1100" dirty="0" err="1"/>
              <a:t>구할때</a:t>
            </a:r>
            <a:r>
              <a:rPr lang="ko-KR" altLang="en-US" sz="1100" dirty="0"/>
              <a:t> 의미 </a:t>
            </a:r>
            <a:r>
              <a:rPr lang="ko-KR" altLang="en-US" sz="1100" dirty="0" err="1"/>
              <a:t>있을듯</a:t>
            </a:r>
            <a:endParaRPr lang="en-US" altLang="ko-KR" sz="1100" dirty="0"/>
          </a:p>
          <a:p>
            <a:pPr>
              <a:lnSpc>
                <a:spcPct val="150000"/>
              </a:lnSpc>
            </a:pP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701987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E8875-9ACF-96AD-63E8-CD7B1CFD5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BE51EE-88D6-F438-6455-F46F3D0CE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>
                <a:latin typeface="+mn-lt"/>
              </a:rPr>
              <a:t>ADCC – </a:t>
            </a:r>
            <a:r>
              <a:rPr lang="en-US" altLang="ko-KR" dirty="0" err="1">
                <a:latin typeface="+mn-lt"/>
              </a:rPr>
              <a:t>Burst_average_mode</a:t>
            </a:r>
            <a:r>
              <a:rPr lang="en-US" altLang="ko-KR" dirty="0">
                <a:latin typeface="+mn-lt"/>
              </a:rPr>
              <a:t> (no</a:t>
            </a:r>
            <a:r>
              <a:rPr lang="ko-KR" altLang="en-US" dirty="0">
                <a:latin typeface="+mn-lt"/>
              </a:rPr>
              <a:t> </a:t>
            </a:r>
            <a:r>
              <a:rPr lang="en-US" altLang="ko-KR" dirty="0">
                <a:latin typeface="+mn-lt"/>
              </a:rPr>
              <a:t>timer,</a:t>
            </a:r>
            <a:r>
              <a:rPr lang="ko-KR" altLang="en-US" dirty="0">
                <a:latin typeface="+mn-lt"/>
              </a:rPr>
              <a:t> </a:t>
            </a:r>
            <a:r>
              <a:rPr lang="en-US" altLang="ko-KR" dirty="0">
                <a:latin typeface="+mn-lt"/>
              </a:rPr>
              <a:t>no-</a:t>
            </a:r>
            <a:r>
              <a:rPr lang="en-US" altLang="ko-KR" dirty="0" err="1">
                <a:latin typeface="+mn-lt"/>
              </a:rPr>
              <a:t>ContinuousMode</a:t>
            </a:r>
            <a:r>
              <a:rPr lang="en-US" altLang="ko-KR" dirty="0">
                <a:latin typeface="+mn-lt"/>
              </a:rPr>
              <a:t>)</a:t>
            </a:r>
            <a:endParaRPr lang="ko-KR" altLang="en-US" dirty="0">
              <a:latin typeface="+mn-lt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BB2F7D3-5CE4-913E-6074-8523BEF73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445" y="575990"/>
            <a:ext cx="7143750" cy="5915025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A6FC518F-4631-5055-6383-1698BBA97ADC}"/>
              </a:ext>
            </a:extLst>
          </p:cNvPr>
          <p:cNvSpPr/>
          <p:nvPr/>
        </p:nvSpPr>
        <p:spPr>
          <a:xfrm>
            <a:off x="1410789" y="757645"/>
            <a:ext cx="1689462" cy="3776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64470C2-D1E2-3343-7194-EC180933CE39}"/>
              </a:ext>
            </a:extLst>
          </p:cNvPr>
          <p:cNvSpPr/>
          <p:nvPr/>
        </p:nvSpPr>
        <p:spPr>
          <a:xfrm>
            <a:off x="5651862" y="2168432"/>
            <a:ext cx="679268" cy="2612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65F8439-3325-E66B-B4AE-6299340A9B02}"/>
              </a:ext>
            </a:extLst>
          </p:cNvPr>
          <p:cNvSpPr/>
          <p:nvPr/>
        </p:nvSpPr>
        <p:spPr>
          <a:xfrm>
            <a:off x="3936274" y="2438847"/>
            <a:ext cx="1637212" cy="2612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115719B-F716-9132-4CBC-52CA2F6864CE}"/>
              </a:ext>
            </a:extLst>
          </p:cNvPr>
          <p:cNvSpPr/>
          <p:nvPr/>
        </p:nvSpPr>
        <p:spPr>
          <a:xfrm>
            <a:off x="2377436" y="4406206"/>
            <a:ext cx="653143" cy="2612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84C8823-9840-F15A-B49B-3877E1763F3D}"/>
              </a:ext>
            </a:extLst>
          </p:cNvPr>
          <p:cNvSpPr/>
          <p:nvPr/>
        </p:nvSpPr>
        <p:spPr>
          <a:xfrm>
            <a:off x="2377436" y="5138057"/>
            <a:ext cx="383181" cy="5399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CEE4FF7-1BDE-B886-DC4E-7B6951EE323A}"/>
              </a:ext>
            </a:extLst>
          </p:cNvPr>
          <p:cNvSpPr/>
          <p:nvPr/>
        </p:nvSpPr>
        <p:spPr>
          <a:xfrm>
            <a:off x="512441" y="6229756"/>
            <a:ext cx="653143" cy="2612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C0365E85-172F-9921-583C-612E2CAB4FC3}"/>
              </a:ext>
            </a:extLst>
          </p:cNvPr>
          <p:cNvCxnSpPr>
            <a:cxnSpLocks/>
          </p:cNvCxnSpPr>
          <p:nvPr/>
        </p:nvCxnSpPr>
        <p:spPr>
          <a:xfrm flipH="1">
            <a:off x="4963886" y="4014651"/>
            <a:ext cx="43542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AB61793-739B-FED7-1E58-1FAB353E5DCF}"/>
              </a:ext>
            </a:extLst>
          </p:cNvPr>
          <p:cNvSpPr txBox="1"/>
          <p:nvPr/>
        </p:nvSpPr>
        <p:spPr>
          <a:xfrm>
            <a:off x="5329644" y="3864821"/>
            <a:ext cx="9877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>
                <a:solidFill>
                  <a:srgbClr val="FF0000"/>
                </a:solidFill>
              </a:rPr>
              <a:t>별의미없슴</a:t>
            </a:r>
            <a:r>
              <a:rPr lang="en-US" altLang="ko-KR" sz="1200" dirty="0">
                <a:solidFill>
                  <a:srgbClr val="FF0000"/>
                </a:solidFill>
              </a:rPr>
              <a:t>.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100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3DBF7-B637-9B25-96D5-CD0041A8D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E4DAFD-B3EF-D7D3-2D50-D49EFF331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>
                <a:latin typeface="+mn-lt"/>
              </a:rPr>
              <a:t>ADCC – </a:t>
            </a:r>
            <a:r>
              <a:rPr lang="en-US" altLang="ko-KR" dirty="0" err="1">
                <a:latin typeface="+mn-lt"/>
              </a:rPr>
              <a:t>Burst_average_mode</a:t>
            </a:r>
            <a:r>
              <a:rPr lang="en-US" altLang="ko-KR" dirty="0">
                <a:latin typeface="+mn-lt"/>
              </a:rPr>
              <a:t> </a:t>
            </a:r>
            <a:r>
              <a:rPr lang="en-US" altLang="ko-KR" dirty="0"/>
              <a:t>(no</a:t>
            </a:r>
            <a:r>
              <a:rPr lang="ko-KR" altLang="en-US" dirty="0"/>
              <a:t> </a:t>
            </a:r>
            <a:r>
              <a:rPr lang="en-US" altLang="ko-KR" dirty="0"/>
              <a:t>timer,</a:t>
            </a:r>
            <a:r>
              <a:rPr lang="ko-KR" altLang="en-US" dirty="0"/>
              <a:t> </a:t>
            </a:r>
            <a:r>
              <a:rPr lang="en-US" altLang="ko-KR" dirty="0"/>
              <a:t>no-</a:t>
            </a:r>
            <a:r>
              <a:rPr lang="en-US" altLang="ko-KR" dirty="0" err="1"/>
              <a:t>ContinuousMode</a:t>
            </a:r>
            <a:r>
              <a:rPr lang="en-US" altLang="ko-KR" dirty="0"/>
              <a:t>)</a:t>
            </a:r>
            <a:endParaRPr lang="ko-KR" altLang="en-US" dirty="0"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4E4F02-633F-80A2-2C40-BA1BB5038131}"/>
              </a:ext>
            </a:extLst>
          </p:cNvPr>
          <p:cNvSpPr txBox="1"/>
          <p:nvPr/>
        </p:nvSpPr>
        <p:spPr>
          <a:xfrm>
            <a:off x="418013" y="683032"/>
            <a:ext cx="6315074" cy="546649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volatile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adcc_avg_ready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my_ADCC_ThresholdISR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adcc_avg_ready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ko-KR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// RPT </a:t>
            </a:r>
            <a:r>
              <a:rPr lang="ko-KR" altLang="en-US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횟수만큼 샘플링 완료 → 평균값 준비됨</a:t>
            </a:r>
            <a:endParaRPr lang="ko-KR" alt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// RPT=8, CRS=3 (shift)</a:t>
            </a:r>
            <a:b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test_adc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uint16_t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adc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cntConversion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dbg_printf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"ADC Test Start</a:t>
            </a:r>
            <a:r>
              <a:rPr lang="en-US" altLang="ko-KR" sz="10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ADCC_SetADTIInterruptHandler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my_ADCC_ThresholdISR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altLang="ko-KR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ADCC_EnableContinuousConversion</a:t>
            </a:r>
            <a:r>
              <a:rPr lang="en-US" altLang="ko-KR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();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altLang="ko-KR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ADCC_DisableContinuousConversion</a:t>
            </a:r>
            <a:r>
              <a:rPr lang="en-US" altLang="ko-KR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();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ADCC_StartConversion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(channel_ANA0);</a:t>
            </a:r>
            <a:r>
              <a:rPr lang="en-US" altLang="ko-KR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ko-KR" altLang="en-US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채널변환시작 </a:t>
            </a:r>
            <a:r>
              <a:rPr lang="en-US" altLang="ko-KR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-</a:t>
            </a:r>
            <a:r>
              <a:rPr lang="ko-KR" altLang="en-US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반드시 필요</a:t>
            </a:r>
            <a:r>
              <a:rPr lang="en-US" altLang="ko-KR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!!!</a:t>
            </a:r>
            <a:endParaRPr lang="ko-KR" alt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adcc_avg_ready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adcc_avg_ready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cntConversion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ADCC_GetCurrentCountofConversions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adc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ADCC_GetConversionResult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adc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ADCC_GetFilterValue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altLang="ko-KR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// 8</a:t>
            </a:r>
            <a:r>
              <a:rPr lang="ko-KR" altLang="en-US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번 평균값 반환</a:t>
            </a:r>
            <a:endParaRPr lang="ko-KR" alt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ko-KR" alt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dbg_printf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"ADC: </a:t>
            </a:r>
            <a:r>
              <a:rPr lang="en-US" altLang="ko-KR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ko-KR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ko-KR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ko-KR" sz="10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adc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adc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cntConversion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altLang="ko-KR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delay_ms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altLang="ko-KR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1</a:t>
            </a:r>
            <a:r>
              <a:rPr lang="ko-KR" altLang="en-US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초 간격 측정</a:t>
            </a:r>
            <a:endParaRPr lang="ko-KR" alt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728054-EE99-0307-68FD-C709FB26A2FF}"/>
              </a:ext>
            </a:extLst>
          </p:cNvPr>
          <p:cNvSpPr txBox="1"/>
          <p:nvPr/>
        </p:nvSpPr>
        <p:spPr>
          <a:xfrm>
            <a:off x="8224838" y="683032"/>
            <a:ext cx="2566987" cy="361445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/>
              <a:t>ADC: 2934,2931,8</a:t>
            </a:r>
          </a:p>
          <a:p>
            <a:pPr>
              <a:lnSpc>
                <a:spcPct val="150000"/>
              </a:lnSpc>
            </a:pPr>
            <a:r>
              <a:rPr lang="ko-KR" altLang="en-US" sz="1100" dirty="0"/>
              <a:t>ADC: 2940,2934,8</a:t>
            </a:r>
          </a:p>
          <a:p>
            <a:pPr>
              <a:lnSpc>
                <a:spcPct val="150000"/>
              </a:lnSpc>
            </a:pPr>
            <a:r>
              <a:rPr lang="ko-KR" altLang="en-US" sz="1100" dirty="0"/>
              <a:t>ADC: 2932,2932,8</a:t>
            </a:r>
          </a:p>
          <a:p>
            <a:pPr>
              <a:lnSpc>
                <a:spcPct val="150000"/>
              </a:lnSpc>
            </a:pPr>
            <a:r>
              <a:rPr lang="ko-KR" altLang="en-US" sz="1100" dirty="0"/>
              <a:t>ADC: 2936,2933,8</a:t>
            </a:r>
          </a:p>
          <a:p>
            <a:pPr>
              <a:lnSpc>
                <a:spcPct val="150000"/>
              </a:lnSpc>
            </a:pPr>
            <a:r>
              <a:rPr lang="ko-KR" altLang="en-US" sz="1100" dirty="0"/>
              <a:t>ADC: 2936,2933,8</a:t>
            </a:r>
          </a:p>
          <a:p>
            <a:pPr>
              <a:lnSpc>
                <a:spcPct val="150000"/>
              </a:lnSpc>
            </a:pPr>
            <a:r>
              <a:rPr lang="ko-KR" altLang="en-US" sz="1100" dirty="0"/>
              <a:t>ADC: 2932,2931,8</a:t>
            </a:r>
          </a:p>
          <a:p>
            <a:pPr>
              <a:lnSpc>
                <a:spcPct val="150000"/>
              </a:lnSpc>
            </a:pPr>
            <a:r>
              <a:rPr lang="ko-KR" altLang="en-US" sz="1100" dirty="0"/>
              <a:t>ADC: 2930,2930,8</a:t>
            </a:r>
          </a:p>
          <a:p>
            <a:pPr>
              <a:lnSpc>
                <a:spcPct val="150000"/>
              </a:lnSpc>
            </a:pPr>
            <a:r>
              <a:rPr lang="ko-KR" altLang="en-US" sz="1100" dirty="0"/>
              <a:t>ADC: 2932,2931,8</a:t>
            </a:r>
          </a:p>
          <a:p>
            <a:pPr>
              <a:lnSpc>
                <a:spcPct val="150000"/>
              </a:lnSpc>
            </a:pPr>
            <a:r>
              <a:rPr lang="ko-KR" altLang="en-US" sz="1100" dirty="0"/>
              <a:t>ADC: 2928,2933,8</a:t>
            </a:r>
          </a:p>
          <a:p>
            <a:pPr>
              <a:lnSpc>
                <a:spcPct val="150000"/>
              </a:lnSpc>
            </a:pPr>
            <a:r>
              <a:rPr lang="ko-KR" altLang="en-US" sz="1100" dirty="0"/>
              <a:t>ADC: 2936,2934,8</a:t>
            </a:r>
          </a:p>
          <a:p>
            <a:pPr>
              <a:lnSpc>
                <a:spcPct val="150000"/>
              </a:lnSpc>
            </a:pPr>
            <a:r>
              <a:rPr lang="ko-KR" altLang="en-US" sz="1100" dirty="0"/>
              <a:t>ADC: 2936,2931,8</a:t>
            </a:r>
          </a:p>
          <a:p>
            <a:pPr>
              <a:lnSpc>
                <a:spcPct val="150000"/>
              </a:lnSpc>
            </a:pPr>
            <a:r>
              <a:rPr lang="ko-KR" altLang="en-US" sz="1100" dirty="0"/>
              <a:t>ADC: 2936,2932,8</a:t>
            </a:r>
          </a:p>
          <a:p>
            <a:pPr>
              <a:lnSpc>
                <a:spcPct val="150000"/>
              </a:lnSpc>
            </a:pPr>
            <a:r>
              <a:rPr lang="ko-KR" altLang="en-US" sz="1100" dirty="0"/>
              <a:t>ADC: 2932,2933,8</a:t>
            </a:r>
          </a:p>
          <a:p>
            <a:pPr>
              <a:lnSpc>
                <a:spcPct val="150000"/>
              </a:lnSpc>
            </a:pPr>
            <a:r>
              <a:rPr lang="ko-KR" altLang="en-US" sz="1100" dirty="0"/>
              <a:t>ADC: 2932,2933,8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CAAC92D-2673-304E-BC2A-24303689251A}"/>
              </a:ext>
            </a:extLst>
          </p:cNvPr>
          <p:cNvSpPr/>
          <p:nvPr/>
        </p:nvSpPr>
        <p:spPr>
          <a:xfrm>
            <a:off x="3575549" y="3843337"/>
            <a:ext cx="2244225" cy="3776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30A2BC-128F-9BD6-1EFD-13B8971E9449}"/>
              </a:ext>
            </a:extLst>
          </p:cNvPr>
          <p:cNvSpPr txBox="1"/>
          <p:nvPr/>
        </p:nvSpPr>
        <p:spPr>
          <a:xfrm>
            <a:off x="7200900" y="4953000"/>
            <a:ext cx="4730782" cy="1329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dirty="0"/>
              <a:t>* MCC</a:t>
            </a:r>
            <a:r>
              <a:rPr lang="ko-KR" altLang="en-US" sz="1100" dirty="0"/>
              <a:t>설정하고</a:t>
            </a:r>
            <a:r>
              <a:rPr lang="en-US" altLang="ko-KR" sz="1100" dirty="0"/>
              <a:t>, </a:t>
            </a:r>
            <a:r>
              <a:rPr lang="en-US" altLang="ko-KR" sz="1100" dirty="0" err="1"/>
              <a:t>startConversion</a:t>
            </a:r>
            <a:r>
              <a:rPr lang="en-US" altLang="ko-KR" sz="1100" dirty="0"/>
              <a:t>()</a:t>
            </a:r>
            <a:r>
              <a:rPr lang="ko-KR" altLang="en-US" sz="1100" dirty="0"/>
              <a:t>하면</a:t>
            </a:r>
            <a:r>
              <a:rPr lang="en-US" altLang="ko-KR" sz="1100" dirty="0"/>
              <a:t>, </a:t>
            </a:r>
            <a:r>
              <a:rPr lang="en-US" altLang="ko-KR" sz="1100" dirty="0" err="1"/>
              <a:t>ThresholdISR</a:t>
            </a:r>
            <a:r>
              <a:rPr lang="ko-KR" altLang="en-US" sz="1100" dirty="0"/>
              <a:t>인터럽트 발생하고</a:t>
            </a:r>
            <a:r>
              <a:rPr lang="en-US" altLang="ko-KR" sz="1100" dirty="0"/>
              <a:t>,</a:t>
            </a:r>
          </a:p>
          <a:p>
            <a:pPr>
              <a:lnSpc>
                <a:spcPct val="150000"/>
              </a:lnSpc>
            </a:pPr>
            <a:r>
              <a:rPr lang="ko-KR" altLang="en-US" sz="1100" dirty="0"/>
              <a:t> </a:t>
            </a:r>
            <a:r>
              <a:rPr lang="en-US" altLang="ko-KR" sz="1100" dirty="0" err="1"/>
              <a:t>adcc_avg_ready</a:t>
            </a:r>
            <a:r>
              <a:rPr lang="ko-KR" altLang="en-US" sz="1100" dirty="0"/>
              <a:t>가 </a:t>
            </a:r>
            <a:r>
              <a:rPr lang="ko-KR" altLang="en-US" sz="1100" dirty="0" err="1"/>
              <a:t>세트되고</a:t>
            </a:r>
            <a:r>
              <a:rPr lang="en-US" altLang="ko-KR" sz="1100" dirty="0"/>
              <a:t>, </a:t>
            </a:r>
            <a:r>
              <a:rPr lang="en-US" altLang="ko-KR" sz="1100" dirty="0" err="1"/>
              <a:t>filterValue</a:t>
            </a:r>
            <a:r>
              <a:rPr lang="ko-KR" altLang="en-US" sz="1100" dirty="0"/>
              <a:t> 평균값을 읽으면</a:t>
            </a:r>
            <a:r>
              <a:rPr lang="en-US" altLang="ko-KR" sz="1100" dirty="0"/>
              <a:t>,</a:t>
            </a:r>
          </a:p>
          <a:p>
            <a:pPr>
              <a:lnSpc>
                <a:spcPct val="150000"/>
              </a:lnSpc>
            </a:pPr>
            <a:r>
              <a:rPr lang="en-US" altLang="ko-KR" sz="1100" dirty="0"/>
              <a:t> </a:t>
            </a:r>
            <a:r>
              <a:rPr lang="en-US" altLang="ko-KR" sz="1100" dirty="0" err="1"/>
              <a:t>accum</a:t>
            </a:r>
            <a:r>
              <a:rPr lang="en-US" altLang="ko-KR" sz="1100" dirty="0"/>
              <a:t> </a:t>
            </a:r>
            <a:r>
              <a:rPr lang="ko-KR" altLang="en-US" sz="1100" dirty="0"/>
              <a:t>및 </a:t>
            </a:r>
            <a:r>
              <a:rPr lang="en-US" altLang="ko-KR" sz="1100" dirty="0" err="1"/>
              <a:t>cnt</a:t>
            </a:r>
            <a:r>
              <a:rPr lang="ko-KR" altLang="en-US" sz="1100" dirty="0"/>
              <a:t>는 자동 초기화된다</a:t>
            </a:r>
            <a:r>
              <a:rPr lang="en-US" altLang="ko-KR" sz="11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1100" dirty="0"/>
          </a:p>
          <a:p>
            <a:pPr>
              <a:lnSpc>
                <a:spcPct val="150000"/>
              </a:lnSpc>
            </a:pPr>
            <a:r>
              <a:rPr lang="en-US" altLang="ko-KR" sz="1100" dirty="0"/>
              <a:t>* </a:t>
            </a:r>
            <a:r>
              <a:rPr lang="ko-KR" altLang="en-US" sz="1100" dirty="0"/>
              <a:t>타이머에 연결하고 주기적으로 </a:t>
            </a:r>
            <a:r>
              <a:rPr lang="en-US" altLang="ko-KR" sz="1100" dirty="0" err="1"/>
              <a:t>burstAverage</a:t>
            </a:r>
            <a:r>
              <a:rPr lang="ko-KR" altLang="en-US" sz="1100" dirty="0"/>
              <a:t>도 가능함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175996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081F6-7F63-B74D-8C7D-9D947E152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02633699-2F51-CC6F-8887-CFAB559BF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441" y="823640"/>
            <a:ext cx="7058025" cy="566737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B6E0235-837C-34BE-1127-85950E151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>
                <a:latin typeface="+mn-lt"/>
              </a:rPr>
              <a:t>ADCC – </a:t>
            </a:r>
            <a:r>
              <a:rPr lang="en-US" altLang="ko-KR" dirty="0" err="1">
                <a:latin typeface="+mn-lt"/>
              </a:rPr>
              <a:t>Burst_average_mode</a:t>
            </a:r>
            <a:r>
              <a:rPr lang="en-US" altLang="ko-KR" dirty="0">
                <a:latin typeface="+mn-lt"/>
              </a:rPr>
              <a:t> (Timer</a:t>
            </a:r>
            <a:r>
              <a:rPr lang="ko-KR" altLang="en-US" dirty="0">
                <a:latin typeface="+mn-lt"/>
              </a:rPr>
              <a:t>사용</a:t>
            </a:r>
            <a:r>
              <a:rPr lang="en-US" altLang="ko-KR" dirty="0">
                <a:latin typeface="+mn-lt"/>
              </a:rPr>
              <a:t>,</a:t>
            </a:r>
            <a:r>
              <a:rPr lang="ko-KR" altLang="en-US" dirty="0">
                <a:latin typeface="+mn-lt"/>
              </a:rPr>
              <a:t> </a:t>
            </a:r>
            <a:r>
              <a:rPr lang="en-US" altLang="ko-KR" dirty="0">
                <a:latin typeface="+mn-lt"/>
              </a:rPr>
              <a:t>no-</a:t>
            </a:r>
            <a:r>
              <a:rPr lang="en-US" altLang="ko-KR" dirty="0" err="1">
                <a:latin typeface="+mn-lt"/>
              </a:rPr>
              <a:t>ContinuousMode</a:t>
            </a:r>
            <a:r>
              <a:rPr lang="en-US" altLang="ko-KR" dirty="0">
                <a:latin typeface="+mn-lt"/>
              </a:rPr>
              <a:t>)</a:t>
            </a:r>
            <a:endParaRPr lang="ko-KR" altLang="en-US" dirty="0">
              <a:latin typeface="+mn-lt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7793A7E-4E2F-B975-9251-A75C20D62967}"/>
              </a:ext>
            </a:extLst>
          </p:cNvPr>
          <p:cNvSpPr/>
          <p:nvPr/>
        </p:nvSpPr>
        <p:spPr>
          <a:xfrm>
            <a:off x="1410789" y="757645"/>
            <a:ext cx="1689462" cy="3776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CB86E06-E3C8-87B8-DB81-BF76D4355A1F}"/>
              </a:ext>
            </a:extLst>
          </p:cNvPr>
          <p:cNvSpPr/>
          <p:nvPr/>
        </p:nvSpPr>
        <p:spPr>
          <a:xfrm>
            <a:off x="5651862" y="2168432"/>
            <a:ext cx="679268" cy="2612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1DF16FF-05C5-2328-6423-DCC39C0BF523}"/>
              </a:ext>
            </a:extLst>
          </p:cNvPr>
          <p:cNvSpPr/>
          <p:nvPr/>
        </p:nvSpPr>
        <p:spPr>
          <a:xfrm>
            <a:off x="3936274" y="2438847"/>
            <a:ext cx="1637212" cy="2612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6DEECC0-CFCD-0448-DDE6-6EF6ECD840FB}"/>
              </a:ext>
            </a:extLst>
          </p:cNvPr>
          <p:cNvSpPr/>
          <p:nvPr/>
        </p:nvSpPr>
        <p:spPr>
          <a:xfrm>
            <a:off x="2377436" y="4406206"/>
            <a:ext cx="653143" cy="2612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D034636-22A2-5A4D-01F8-DBA3A058FD14}"/>
              </a:ext>
            </a:extLst>
          </p:cNvPr>
          <p:cNvSpPr/>
          <p:nvPr/>
        </p:nvSpPr>
        <p:spPr>
          <a:xfrm>
            <a:off x="2377436" y="5138057"/>
            <a:ext cx="383181" cy="5399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A722B44-1B0F-0DD6-A604-82632D19C39E}"/>
              </a:ext>
            </a:extLst>
          </p:cNvPr>
          <p:cNvSpPr/>
          <p:nvPr/>
        </p:nvSpPr>
        <p:spPr>
          <a:xfrm>
            <a:off x="512441" y="6229756"/>
            <a:ext cx="653143" cy="2612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98464736-AC67-B64F-EF4F-C58EC88E9FD3}"/>
              </a:ext>
            </a:extLst>
          </p:cNvPr>
          <p:cNvCxnSpPr>
            <a:cxnSpLocks/>
          </p:cNvCxnSpPr>
          <p:nvPr/>
        </p:nvCxnSpPr>
        <p:spPr>
          <a:xfrm flipH="1">
            <a:off x="4963886" y="4014651"/>
            <a:ext cx="43542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777058D-B0CE-EB6B-1408-F013141D1CCD}"/>
              </a:ext>
            </a:extLst>
          </p:cNvPr>
          <p:cNvSpPr txBox="1"/>
          <p:nvPr/>
        </p:nvSpPr>
        <p:spPr>
          <a:xfrm>
            <a:off x="5329644" y="3864821"/>
            <a:ext cx="9877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>
                <a:solidFill>
                  <a:srgbClr val="FF0000"/>
                </a:solidFill>
              </a:rPr>
              <a:t>별의미없슴</a:t>
            </a:r>
            <a:r>
              <a:rPr lang="en-US" altLang="ko-KR" sz="1200" dirty="0">
                <a:solidFill>
                  <a:srgbClr val="FF0000"/>
                </a:solidFill>
              </a:rPr>
              <a:t>.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B1C467E-5451-857F-4B48-3D9FDC56B8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3168" y="1466850"/>
            <a:ext cx="7391400" cy="3924300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70E17A70-B9E3-FBE7-9C69-880039867140}"/>
              </a:ext>
            </a:extLst>
          </p:cNvPr>
          <p:cNvSpPr/>
          <p:nvPr/>
        </p:nvSpPr>
        <p:spPr>
          <a:xfrm>
            <a:off x="9077273" y="2008089"/>
            <a:ext cx="1637212" cy="8765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EAB8BFE7-80FF-C1C5-3620-92297BEB966B}"/>
              </a:ext>
            </a:extLst>
          </p:cNvPr>
          <p:cNvCxnSpPr>
            <a:cxnSpLocks/>
          </p:cNvCxnSpPr>
          <p:nvPr/>
        </p:nvCxnSpPr>
        <p:spPr>
          <a:xfrm flipH="1">
            <a:off x="13729333" y="1731273"/>
            <a:ext cx="104775" cy="4309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534FF18-FF7C-7E06-C76C-FDFDDFF2C763}"/>
              </a:ext>
            </a:extLst>
          </p:cNvPr>
          <p:cNvSpPr txBox="1"/>
          <p:nvPr/>
        </p:nvSpPr>
        <p:spPr>
          <a:xfrm>
            <a:off x="13458245" y="1496377"/>
            <a:ext cx="9127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>
                <a:solidFill>
                  <a:srgbClr val="FF0000"/>
                </a:solidFill>
              </a:rPr>
              <a:t>의미 </a:t>
            </a:r>
            <a:r>
              <a:rPr lang="ko-KR" altLang="en-US" sz="1100" dirty="0" err="1">
                <a:solidFill>
                  <a:srgbClr val="FF0000"/>
                </a:solidFill>
              </a:rPr>
              <a:t>없슴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DCED29E6-D45F-9DD3-A606-F0574A47EE4B}"/>
              </a:ext>
            </a:extLst>
          </p:cNvPr>
          <p:cNvCxnSpPr>
            <a:cxnSpLocks/>
          </p:cNvCxnSpPr>
          <p:nvPr/>
        </p:nvCxnSpPr>
        <p:spPr>
          <a:xfrm flipH="1">
            <a:off x="9461698" y="3024427"/>
            <a:ext cx="16398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ABEC430-E51C-88AD-6340-BAB5A3829717}"/>
              </a:ext>
            </a:extLst>
          </p:cNvPr>
          <p:cNvSpPr txBox="1"/>
          <p:nvPr/>
        </p:nvSpPr>
        <p:spPr>
          <a:xfrm>
            <a:off x="9564114" y="2902568"/>
            <a:ext cx="11503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>
                <a:solidFill>
                  <a:srgbClr val="FF0000"/>
                </a:solidFill>
              </a:rPr>
              <a:t>사용안해도됨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313E80FF-00EE-D3A7-4410-EC8B3B9D474D}"/>
              </a:ext>
            </a:extLst>
          </p:cNvPr>
          <p:cNvSpPr/>
          <p:nvPr/>
        </p:nvSpPr>
        <p:spPr>
          <a:xfrm>
            <a:off x="14606690" y="1848505"/>
            <a:ext cx="597878" cy="59787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E5D56F8D-4947-F53F-769E-3FD42C3CBBAB}"/>
              </a:ext>
            </a:extLst>
          </p:cNvPr>
          <p:cNvCxnSpPr>
            <a:cxnSpLocks/>
          </p:cNvCxnSpPr>
          <p:nvPr/>
        </p:nvCxnSpPr>
        <p:spPr>
          <a:xfrm flipH="1">
            <a:off x="15081378" y="1848505"/>
            <a:ext cx="517334" cy="3136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F380661-4641-E006-566B-73218689EF4B}"/>
              </a:ext>
            </a:extLst>
          </p:cNvPr>
          <p:cNvSpPr txBox="1"/>
          <p:nvPr/>
        </p:nvSpPr>
        <p:spPr>
          <a:xfrm>
            <a:off x="15598711" y="1731273"/>
            <a:ext cx="10071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>
                <a:solidFill>
                  <a:srgbClr val="FF0000"/>
                </a:solidFill>
              </a:rPr>
              <a:t>트리거 주기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3D4B69B-962D-E5B8-073D-7F1D76DDD678}"/>
              </a:ext>
            </a:extLst>
          </p:cNvPr>
          <p:cNvSpPr txBox="1"/>
          <p:nvPr/>
        </p:nvSpPr>
        <p:spPr>
          <a:xfrm>
            <a:off x="7986875" y="5455789"/>
            <a:ext cx="5471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* </a:t>
            </a:r>
            <a:r>
              <a:rPr lang="ko-KR" altLang="en-US" dirty="0">
                <a:solidFill>
                  <a:srgbClr val="FF0000"/>
                </a:solidFill>
              </a:rPr>
              <a:t>원하는 트리거주기를 정확히 </a:t>
            </a:r>
            <a:r>
              <a:rPr lang="ko-KR" altLang="en-US" dirty="0" err="1">
                <a:solidFill>
                  <a:srgbClr val="FF0000"/>
                </a:solidFill>
              </a:rPr>
              <a:t>설정할수</a:t>
            </a:r>
            <a:r>
              <a:rPr lang="ko-KR" altLang="en-US" dirty="0">
                <a:solidFill>
                  <a:srgbClr val="FF0000"/>
                </a:solidFill>
              </a:rPr>
              <a:t> 없다</a:t>
            </a:r>
            <a:r>
              <a:rPr lang="en-US" altLang="ko-KR" dirty="0">
                <a:solidFill>
                  <a:srgbClr val="FF0000"/>
                </a:solidFill>
              </a:rPr>
              <a:t>!!!????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5879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5FC8C-3460-8DB4-CB90-D0E21BA50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29C8050-C6B5-A914-91D6-B51FEB9E7405}"/>
              </a:ext>
            </a:extLst>
          </p:cNvPr>
          <p:cNvSpPr txBox="1"/>
          <p:nvPr/>
        </p:nvSpPr>
        <p:spPr>
          <a:xfrm>
            <a:off x="260318" y="803787"/>
            <a:ext cx="5448299" cy="540878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buNone/>
            </a:pPr>
            <a:r>
              <a:rPr lang="en-US" altLang="ko-KR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volatile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adcc_avg_ready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600"/>
              </a:lnSpc>
              <a:buNone/>
            </a:pPr>
            <a:b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my_ADCC_ThresholdISR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600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adcc_avg_ready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ko-KR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// RPT </a:t>
            </a:r>
            <a:r>
              <a:rPr lang="ko-KR" altLang="en-US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횟수만큼 샘플링 완료 → 평균값 준비됨</a:t>
            </a:r>
            <a:endParaRPr lang="ko-KR" alt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600"/>
              </a:lnSpc>
              <a:buNone/>
            </a:pP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altLang="ko-KR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test_adc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600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uint16_t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adc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lnSpc>
                <a:spcPts val="1600"/>
              </a:lnSpc>
              <a:buNone/>
            </a:pPr>
            <a:b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altLang="ko-KR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ADCC_SetADIInterruptHandler</a:t>
            </a:r>
            <a:r>
              <a:rPr lang="en-US" altLang="ko-KR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my_ADCC_ISR</a:t>
            </a:r>
            <a:r>
              <a:rPr lang="en-US" altLang="ko-KR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ADCC_SetADTIInterruptHandler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my_ADCC_ThresholdISR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600"/>
              </a:lnSpc>
              <a:buNone/>
            </a:pPr>
            <a:b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altLang="ko-KR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ADCC_EnableContinuousConversion</a:t>
            </a:r>
            <a:r>
              <a:rPr lang="en-US" altLang="ko-KR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();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altLang="ko-KR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ADCC_DisableContinuousConversion</a:t>
            </a:r>
            <a:r>
              <a:rPr lang="en-US" altLang="ko-KR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();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600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US" altLang="ko-KR" sz="1000" dirty="0">
                <a:solidFill>
                  <a:srgbClr val="6A9955"/>
                </a:solidFill>
                <a:latin typeface="Consolas" panose="020B0609020204030204" pitchFamily="49" charset="0"/>
              </a:rPr>
              <a:t>ADPCH = </a:t>
            </a:r>
            <a:r>
              <a:rPr lang="en-US" altLang="ko-KR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channel_ANA0; // </a:t>
            </a:r>
            <a:r>
              <a:rPr lang="ko-KR" altLang="en-US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채널선택만 해줘도 됨</a:t>
            </a:r>
            <a:br>
              <a:rPr lang="ko-KR" alt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 {</a:t>
            </a:r>
          </a:p>
          <a:p>
            <a:pPr>
              <a:lnSpc>
                <a:spcPts val="1600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adcc_avg_ready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)</a:t>
            </a:r>
          </a:p>
          <a:p>
            <a:pPr>
              <a:lnSpc>
                <a:spcPts val="1600"/>
              </a:lnSpc>
              <a:buNone/>
            </a:pPr>
            <a:r>
              <a:rPr lang="en-US" altLang="ko-KR" sz="1000" dirty="0">
                <a:solidFill>
                  <a:srgbClr val="CCCCCC"/>
                </a:solidFill>
                <a:latin typeface="Consolas" panose="020B0609020204030204" pitchFamily="49" charset="0"/>
              </a:rPr>
              <a:t>	continue;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dirty="0">
                <a:solidFill>
                  <a:srgbClr val="569CD6"/>
                </a:solidFill>
                <a:latin typeface="Consolas" panose="020B0609020204030204" pitchFamily="49" charset="0"/>
              </a:rPr>
              <a:t>uint8_t 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cntConversion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ADCC_GetCurrentCountofConversions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600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adc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ADCC_GetConversionResult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600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adc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ADCC_GetFilterValue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altLang="ko-KR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ko-KR" altLang="en-US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평균값 반환</a:t>
            </a:r>
            <a:endParaRPr lang="ko-KR" alt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ko-KR" alt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dbg_printf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"ADC: </a:t>
            </a:r>
            <a:r>
              <a:rPr lang="en-US" altLang="ko-KR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ko-KR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ko-KR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ko-KR" sz="10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adc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adc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cntConversion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600"/>
              </a:lnSpc>
              <a:buNone/>
            </a:pPr>
            <a:r>
              <a:rPr lang="ko-KR" alt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adcc_avg_ready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600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600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2C30DDA-236B-5C55-454C-E6F5955EE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/>
              <a:t>ADCC – </a:t>
            </a:r>
            <a:r>
              <a:rPr lang="en-US" altLang="ko-KR" dirty="0" err="1"/>
              <a:t>Burst_average_mode</a:t>
            </a:r>
            <a:r>
              <a:rPr lang="en-US" altLang="ko-KR" dirty="0"/>
              <a:t> (Timer</a:t>
            </a:r>
            <a:r>
              <a:rPr lang="ko-KR" altLang="en-US" dirty="0"/>
              <a:t>사용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no-</a:t>
            </a:r>
            <a:r>
              <a:rPr lang="en-US" altLang="ko-KR" dirty="0" err="1"/>
              <a:t>ContinuousMode</a:t>
            </a:r>
            <a:r>
              <a:rPr lang="en-US" altLang="ko-KR" dirty="0"/>
              <a:t>)</a:t>
            </a:r>
            <a:endParaRPr lang="ko-KR" altLang="en-US" dirty="0">
              <a:latin typeface="+mn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A76D38-4232-B367-03F0-1179F004F39F}"/>
              </a:ext>
            </a:extLst>
          </p:cNvPr>
          <p:cNvSpPr txBox="1"/>
          <p:nvPr/>
        </p:nvSpPr>
        <p:spPr>
          <a:xfrm>
            <a:off x="7319963" y="803787"/>
            <a:ext cx="3357562" cy="361445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dirty="0"/>
              <a:t>11:22:39.455&gt; ADC: 2984,2983,8</a:t>
            </a:r>
          </a:p>
          <a:p>
            <a:pPr>
              <a:lnSpc>
                <a:spcPct val="150000"/>
              </a:lnSpc>
            </a:pPr>
            <a:r>
              <a:rPr lang="en-US" altLang="ko-KR" sz="1100" dirty="0"/>
              <a:t>11:22:39.580&gt; ADC: 2982,2984,8</a:t>
            </a:r>
          </a:p>
          <a:p>
            <a:pPr>
              <a:lnSpc>
                <a:spcPct val="150000"/>
              </a:lnSpc>
            </a:pPr>
            <a:r>
              <a:rPr lang="en-US" altLang="ko-KR" sz="1100" dirty="0"/>
              <a:t>11:22:39.705&gt; ADC: 2988,2982,8</a:t>
            </a:r>
          </a:p>
          <a:p>
            <a:pPr>
              <a:lnSpc>
                <a:spcPct val="150000"/>
              </a:lnSpc>
            </a:pPr>
            <a:r>
              <a:rPr lang="en-US" altLang="ko-KR" sz="1100" dirty="0"/>
              <a:t>11:22:39.844&gt; ADC: 2984,2984,8</a:t>
            </a:r>
          </a:p>
          <a:p>
            <a:pPr>
              <a:lnSpc>
                <a:spcPct val="150000"/>
              </a:lnSpc>
            </a:pPr>
            <a:r>
              <a:rPr lang="en-US" altLang="ko-KR" sz="1100" dirty="0"/>
              <a:t>11:22:39.953&gt; ADC: 2988,2985,8</a:t>
            </a:r>
          </a:p>
          <a:p>
            <a:pPr>
              <a:lnSpc>
                <a:spcPct val="150000"/>
              </a:lnSpc>
            </a:pPr>
            <a:r>
              <a:rPr lang="en-US" altLang="ko-KR" sz="1100" dirty="0"/>
              <a:t>11:22:40.092&gt; ADC: 2986,2984,8</a:t>
            </a:r>
          </a:p>
          <a:p>
            <a:pPr>
              <a:lnSpc>
                <a:spcPct val="150000"/>
              </a:lnSpc>
            </a:pPr>
            <a:r>
              <a:rPr lang="en-US" altLang="ko-KR" sz="1100" dirty="0"/>
              <a:t>11:22:40.202&gt; ADC: 2984,2983,8</a:t>
            </a:r>
          </a:p>
          <a:p>
            <a:pPr>
              <a:lnSpc>
                <a:spcPct val="150000"/>
              </a:lnSpc>
            </a:pPr>
            <a:r>
              <a:rPr lang="en-US" altLang="ko-KR" sz="1100" dirty="0"/>
              <a:t>11:22:40.342&gt; ADC: 2982,2984,8</a:t>
            </a:r>
          </a:p>
          <a:p>
            <a:pPr>
              <a:lnSpc>
                <a:spcPct val="150000"/>
              </a:lnSpc>
            </a:pPr>
            <a:r>
              <a:rPr lang="en-US" altLang="ko-KR" sz="1100" dirty="0"/>
              <a:t>11:22:40.514&gt; ADC: 2984,2983,8</a:t>
            </a:r>
          </a:p>
          <a:p>
            <a:pPr>
              <a:lnSpc>
                <a:spcPct val="150000"/>
              </a:lnSpc>
            </a:pPr>
            <a:r>
              <a:rPr lang="en-US" altLang="ko-KR" sz="1100" dirty="0"/>
              <a:t>11:22:40.638&gt; ADC: 2984,2982,8</a:t>
            </a:r>
          </a:p>
          <a:p>
            <a:pPr>
              <a:lnSpc>
                <a:spcPct val="150000"/>
              </a:lnSpc>
            </a:pPr>
            <a:r>
              <a:rPr lang="en-US" altLang="ko-KR" sz="1100" dirty="0"/>
              <a:t>11:22:40.763&gt; ADC: 2984,2983,8</a:t>
            </a:r>
          </a:p>
          <a:p>
            <a:pPr>
              <a:lnSpc>
                <a:spcPct val="150000"/>
              </a:lnSpc>
            </a:pPr>
            <a:r>
              <a:rPr lang="en-US" altLang="ko-KR" sz="1100" dirty="0"/>
              <a:t>11:22:40.888&gt; ADC: 2988,2983,8</a:t>
            </a:r>
          </a:p>
          <a:p>
            <a:pPr>
              <a:lnSpc>
                <a:spcPct val="150000"/>
              </a:lnSpc>
            </a:pPr>
            <a:r>
              <a:rPr lang="en-US" altLang="ko-KR" sz="1100" dirty="0"/>
              <a:t>11:22:41.027&gt; ADC: 2988,2985,8</a:t>
            </a:r>
          </a:p>
          <a:p>
            <a:pPr>
              <a:lnSpc>
                <a:spcPct val="150000"/>
              </a:lnSpc>
            </a:pPr>
            <a:r>
              <a:rPr lang="en-US" altLang="ko-KR" sz="1100" dirty="0"/>
              <a:t>11:22:41.136&gt; ADC: 2983,2983,8</a:t>
            </a:r>
            <a:endParaRPr lang="ko-KR" altLang="en-US" sz="11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54C9E8-D5EA-A6AB-0983-6E65818F4EF2}"/>
              </a:ext>
            </a:extLst>
          </p:cNvPr>
          <p:cNvSpPr txBox="1"/>
          <p:nvPr/>
        </p:nvSpPr>
        <p:spPr>
          <a:xfrm>
            <a:off x="6381750" y="4657725"/>
            <a:ext cx="5610831" cy="15831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 dirty="0"/>
              <a:t>MCC</a:t>
            </a:r>
            <a:r>
              <a:rPr lang="ko-KR" altLang="en-US" sz="1100" dirty="0"/>
              <a:t>설정에서</a:t>
            </a:r>
            <a:r>
              <a:rPr lang="en-US" altLang="ko-KR" sz="1100" dirty="0"/>
              <a:t>, TMR1</a:t>
            </a:r>
            <a:r>
              <a:rPr lang="ko-KR" altLang="en-US" sz="1100" dirty="0"/>
              <a:t>을 </a:t>
            </a:r>
            <a:r>
              <a:rPr lang="en-US" altLang="ko-KR" sz="1100" dirty="0"/>
              <a:t>131ms</a:t>
            </a:r>
            <a:r>
              <a:rPr lang="ko-KR" altLang="en-US" sz="1100" dirty="0"/>
              <a:t>클럭으로 설정했기에</a:t>
            </a:r>
            <a:r>
              <a:rPr lang="en-US" altLang="ko-KR" sz="1100" dirty="0"/>
              <a:t>, 131ms</a:t>
            </a:r>
            <a:r>
              <a:rPr lang="ko-KR" altLang="en-US" sz="1100" dirty="0"/>
              <a:t>마다 트리거가 발생하고</a:t>
            </a:r>
            <a:br>
              <a:rPr lang="en-US" altLang="ko-KR" sz="1100" dirty="0"/>
            </a:br>
            <a:r>
              <a:rPr lang="en-US" altLang="ko-KR" sz="1100" dirty="0" err="1"/>
              <a:t>adcc_avg_ready</a:t>
            </a:r>
            <a:r>
              <a:rPr lang="ko-KR" altLang="en-US" sz="1100" dirty="0"/>
              <a:t>가 발생하고</a:t>
            </a:r>
            <a:r>
              <a:rPr lang="en-US" altLang="ko-KR" sz="1100" dirty="0"/>
              <a:t> </a:t>
            </a:r>
            <a:r>
              <a:rPr lang="ko-KR" altLang="en-US" sz="1100" dirty="0"/>
              <a:t>평균을 </a:t>
            </a:r>
            <a:r>
              <a:rPr lang="ko-KR" altLang="en-US" sz="1100" dirty="0" err="1"/>
              <a:t>읽을수</a:t>
            </a:r>
            <a:r>
              <a:rPr lang="ko-KR" altLang="en-US" sz="1100" dirty="0"/>
              <a:t> 있다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accum</a:t>
            </a:r>
            <a:r>
              <a:rPr lang="en-US" altLang="ko-KR" sz="1100" dirty="0"/>
              <a:t> </a:t>
            </a:r>
            <a:r>
              <a:rPr lang="ko-KR" altLang="en-US" sz="1100" dirty="0"/>
              <a:t>및 </a:t>
            </a:r>
            <a:r>
              <a:rPr lang="en-US" altLang="ko-KR" sz="1100" dirty="0" err="1"/>
              <a:t>cnt</a:t>
            </a:r>
            <a:r>
              <a:rPr lang="ko-KR" altLang="en-US" sz="1100" dirty="0"/>
              <a:t>는 자동 초기화된다</a:t>
            </a:r>
            <a:r>
              <a:rPr lang="en-US" altLang="ko-KR" sz="11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11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 dirty="0" err="1"/>
              <a:t>AverageMode</a:t>
            </a:r>
            <a:r>
              <a:rPr lang="ko-KR" altLang="en-US" sz="1100" dirty="0"/>
              <a:t>에서는 </a:t>
            </a:r>
            <a:r>
              <a:rPr lang="en-US" altLang="ko-KR" sz="1100" dirty="0"/>
              <a:t>8</a:t>
            </a:r>
            <a:r>
              <a:rPr lang="ko-KR" altLang="en-US" sz="1100" dirty="0" err="1"/>
              <a:t>번트리거에</a:t>
            </a:r>
            <a:r>
              <a:rPr lang="ko-KR" altLang="en-US" sz="1100" dirty="0"/>
              <a:t> 한번평균이 계산이 되는데</a:t>
            </a:r>
            <a:r>
              <a:rPr lang="en-US" altLang="ko-KR" sz="1100" dirty="0"/>
              <a:t>, </a:t>
            </a:r>
            <a:r>
              <a:rPr lang="en-US" altLang="ko-KR" sz="1100" dirty="0" err="1"/>
              <a:t>BurstAverageMode</a:t>
            </a:r>
            <a:br>
              <a:rPr lang="en-US" altLang="ko-KR" sz="1100" dirty="0"/>
            </a:br>
            <a:r>
              <a:rPr lang="ko-KR" altLang="en-US" sz="1100" dirty="0"/>
              <a:t>에서는 </a:t>
            </a:r>
            <a:r>
              <a:rPr lang="ko-KR" altLang="en-US" sz="1100" dirty="0" err="1"/>
              <a:t>한번트리거에</a:t>
            </a:r>
            <a:r>
              <a:rPr lang="ko-KR" altLang="en-US" sz="1100" dirty="0"/>
              <a:t> </a:t>
            </a:r>
            <a:r>
              <a:rPr lang="en-US" altLang="ko-KR" sz="1100" dirty="0"/>
              <a:t>8</a:t>
            </a:r>
            <a:r>
              <a:rPr lang="ko-KR" altLang="en-US" sz="1100" dirty="0"/>
              <a:t>번평균이 계산됨</a:t>
            </a:r>
            <a:r>
              <a:rPr lang="en-US" altLang="ko-KR" sz="1100" dirty="0"/>
              <a:t>.</a:t>
            </a:r>
          </a:p>
          <a:p>
            <a:pPr>
              <a:lnSpc>
                <a:spcPct val="150000"/>
              </a:lnSpc>
            </a:pP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972314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ED4D8-2B95-0986-2DF3-BE6AF4AB4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3ED0B3-CC9A-04E7-093F-B7396689D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/>
              <a:t> ADC</a:t>
            </a:r>
            <a:r>
              <a:rPr lang="ko-KR" altLang="en-US" dirty="0"/>
              <a:t>와 타이머 </a:t>
            </a:r>
            <a:r>
              <a:rPr lang="ko-KR" altLang="en-US" dirty="0" err="1"/>
              <a:t>연결시</a:t>
            </a:r>
            <a:r>
              <a:rPr lang="ko-KR" altLang="en-US" dirty="0"/>
              <a:t> 중요한점</a:t>
            </a:r>
            <a:endParaRPr lang="ko-KR" altLang="en-US" dirty="0">
              <a:latin typeface="+mn-lt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9279EE9-C735-C616-F9D1-F523C22C1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212" y="1644650"/>
            <a:ext cx="7953375" cy="4457700"/>
          </a:xfrm>
          <a:prstGeom prst="rect">
            <a:avLst/>
          </a:prstGeom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3E09CBE1-10D9-B34F-73DD-482BBDC40327}"/>
              </a:ext>
            </a:extLst>
          </p:cNvPr>
          <p:cNvCxnSpPr>
            <a:cxnSpLocks/>
          </p:cNvCxnSpPr>
          <p:nvPr/>
        </p:nvCxnSpPr>
        <p:spPr>
          <a:xfrm flipH="1">
            <a:off x="2083837" y="4912736"/>
            <a:ext cx="43542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301F3A1-094B-2B72-4FA2-BAF062691872}"/>
              </a:ext>
            </a:extLst>
          </p:cNvPr>
          <p:cNvSpPr txBox="1"/>
          <p:nvPr/>
        </p:nvSpPr>
        <p:spPr>
          <a:xfrm>
            <a:off x="2449595" y="4762906"/>
            <a:ext cx="38538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반드시 </a:t>
            </a:r>
            <a:r>
              <a:rPr lang="en-US" altLang="ko-KR" sz="1200" dirty="0" err="1">
                <a:solidFill>
                  <a:srgbClr val="FF0000"/>
                </a:solidFill>
              </a:rPr>
              <a:t>interrup</a:t>
            </a:r>
            <a:r>
              <a:rPr lang="ko-KR" altLang="en-US" sz="1200" dirty="0">
                <a:solidFill>
                  <a:srgbClr val="FF0000"/>
                </a:solidFill>
              </a:rPr>
              <a:t>를 사용해야 </a:t>
            </a:r>
            <a:r>
              <a:rPr lang="en-US" altLang="ko-KR" sz="1200" dirty="0" err="1">
                <a:solidFill>
                  <a:srgbClr val="FF0000"/>
                </a:solidFill>
              </a:rPr>
              <a:t>ReloadCoutn</a:t>
            </a:r>
            <a:r>
              <a:rPr lang="ko-KR" altLang="en-US" sz="1200" dirty="0">
                <a:solidFill>
                  <a:srgbClr val="FF0000"/>
                </a:solidFill>
              </a:rPr>
              <a:t>값이 반영됨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94AD82B5-9016-A560-35F6-47FAAF833CAC}"/>
              </a:ext>
            </a:extLst>
          </p:cNvPr>
          <p:cNvSpPr/>
          <p:nvPr/>
        </p:nvSpPr>
        <p:spPr>
          <a:xfrm>
            <a:off x="6096000" y="2564630"/>
            <a:ext cx="597878" cy="59787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E7B4193F-CAF9-A5C0-CCFF-DBCE2E37D6E8}"/>
              </a:ext>
            </a:extLst>
          </p:cNvPr>
          <p:cNvCxnSpPr>
            <a:cxnSpLocks/>
          </p:cNvCxnSpPr>
          <p:nvPr/>
        </p:nvCxnSpPr>
        <p:spPr>
          <a:xfrm flipH="1">
            <a:off x="6570688" y="2564630"/>
            <a:ext cx="517334" cy="3136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FD1A4ED-A0CD-78B4-3785-4E5CF0EACC53}"/>
              </a:ext>
            </a:extLst>
          </p:cNvPr>
          <p:cNvSpPr txBox="1"/>
          <p:nvPr/>
        </p:nvSpPr>
        <p:spPr>
          <a:xfrm>
            <a:off x="7035147" y="2433825"/>
            <a:ext cx="10071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FF0000"/>
                </a:solidFill>
              </a:rPr>
              <a:t>원하는 주기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F2DF3BF-783E-23DC-03BF-13ED71788428}"/>
              </a:ext>
            </a:extLst>
          </p:cNvPr>
          <p:cNvSpPr/>
          <p:nvPr/>
        </p:nvSpPr>
        <p:spPr>
          <a:xfrm>
            <a:off x="512441" y="4762906"/>
            <a:ext cx="653143" cy="2612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6DDAE7-740F-70C6-04E0-109725129050}"/>
              </a:ext>
            </a:extLst>
          </p:cNvPr>
          <p:cNvSpPr txBox="1"/>
          <p:nvPr/>
        </p:nvSpPr>
        <p:spPr>
          <a:xfrm>
            <a:off x="8482854" y="3162508"/>
            <a:ext cx="3585608" cy="262033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TMR1_ISR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Clear the TMR1 interrupt flag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PIR4bits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TMR1IF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TMR1_WriteTimer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(timer1ReloadVal);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(TMR1_InterruptHandler)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TMR1_InterruptHandler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F75322-AB43-312A-5971-C4D74E1DD88B}"/>
              </a:ext>
            </a:extLst>
          </p:cNvPr>
          <p:cNvSpPr txBox="1"/>
          <p:nvPr/>
        </p:nvSpPr>
        <p:spPr>
          <a:xfrm>
            <a:off x="374645" y="750711"/>
            <a:ext cx="8074967" cy="6153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FF0000"/>
                </a:solidFill>
              </a:rPr>
              <a:t>* ADC</a:t>
            </a:r>
            <a:r>
              <a:rPr lang="ko-KR" altLang="en-US" sz="1200" dirty="0">
                <a:solidFill>
                  <a:srgbClr val="FF0000"/>
                </a:solidFill>
              </a:rPr>
              <a:t>와 타이머를 </a:t>
            </a:r>
            <a:r>
              <a:rPr lang="ko-KR" altLang="en-US" sz="1200" dirty="0" err="1">
                <a:solidFill>
                  <a:srgbClr val="FF0000"/>
                </a:solidFill>
              </a:rPr>
              <a:t>연결할때</a:t>
            </a:r>
            <a:r>
              <a:rPr lang="ko-KR" altLang="en-US" sz="1200" dirty="0">
                <a:solidFill>
                  <a:srgbClr val="FF0000"/>
                </a:solidFill>
              </a:rPr>
              <a:t> 반드시 </a:t>
            </a:r>
            <a:r>
              <a:rPr lang="en-US" altLang="ko-KR" sz="1200" dirty="0">
                <a:solidFill>
                  <a:srgbClr val="FF0000"/>
                </a:solidFill>
              </a:rPr>
              <a:t>interrupt</a:t>
            </a:r>
            <a:r>
              <a:rPr lang="ko-KR" altLang="en-US" sz="1200" dirty="0">
                <a:solidFill>
                  <a:srgbClr val="FF0000"/>
                </a:solidFill>
              </a:rPr>
              <a:t>사용해야</a:t>
            </a:r>
            <a:r>
              <a:rPr lang="en-US" altLang="ko-KR" sz="1200" dirty="0">
                <a:solidFill>
                  <a:srgbClr val="FF0000"/>
                </a:solidFill>
              </a:rPr>
              <a:t>, ISR</a:t>
            </a:r>
            <a:r>
              <a:rPr lang="ko-KR" altLang="en-US" sz="1200" dirty="0">
                <a:solidFill>
                  <a:srgbClr val="FF0000"/>
                </a:solidFill>
              </a:rPr>
              <a:t>에서 </a:t>
            </a:r>
            <a:r>
              <a:rPr lang="en-US" altLang="ko-KR" sz="1200" dirty="0">
                <a:solidFill>
                  <a:srgbClr val="FF0000"/>
                </a:solidFill>
                <a:latin typeface="Consolas" panose="020B0609020204030204" pitchFamily="49" charset="0"/>
              </a:rPr>
              <a:t>TMR1_WriteTimer(timer1ReloadVal); </a:t>
            </a:r>
            <a:r>
              <a:rPr lang="ko-KR" alt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적용되어</a:t>
            </a:r>
            <a:br>
              <a:rPr lang="en-US" altLang="ko-KR" sz="1200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ko-KR" sz="12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ko-KR" alt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정밀한 주기의 트리거를 </a:t>
            </a:r>
            <a:r>
              <a:rPr lang="ko-KR" altLang="en-US" sz="1200" dirty="0" err="1">
                <a:solidFill>
                  <a:srgbClr val="FF0000"/>
                </a:solidFill>
                <a:latin typeface="Consolas" panose="020B0609020204030204" pitchFamily="49" charset="0"/>
              </a:rPr>
              <a:t>할수</a:t>
            </a:r>
            <a:r>
              <a:rPr lang="ko-KR" alt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 있다</a:t>
            </a:r>
            <a:r>
              <a:rPr lang="en-US" altLang="ko-KR" sz="1200" dirty="0">
                <a:solidFill>
                  <a:srgbClr val="FF0000"/>
                </a:solidFill>
                <a:latin typeface="Consolas" panose="020B0609020204030204" pitchFamily="49" charset="0"/>
              </a:rPr>
              <a:t>.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5077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458C5-0511-639B-E920-7EC8CECDF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17DC7B-BE59-01A1-9E32-30ACB4D8B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/>
              <a:t>응용</a:t>
            </a:r>
            <a:r>
              <a:rPr lang="en-US" altLang="ko-KR" dirty="0"/>
              <a:t>: </a:t>
            </a:r>
            <a:r>
              <a:rPr lang="en-US" altLang="ko-KR" dirty="0" err="1"/>
              <a:t>AvgMode</a:t>
            </a:r>
            <a:r>
              <a:rPr lang="ko-KR" altLang="en-US" dirty="0"/>
              <a:t>를 이용한 </a:t>
            </a:r>
            <a:r>
              <a:rPr lang="en-US" altLang="ko-KR" dirty="0"/>
              <a:t>100ms</a:t>
            </a:r>
            <a:r>
              <a:rPr lang="ko-KR" altLang="en-US" dirty="0"/>
              <a:t>간격 </a:t>
            </a:r>
            <a:r>
              <a:rPr lang="en-US" altLang="ko-KR" dirty="0"/>
              <a:t>8</a:t>
            </a:r>
            <a:r>
              <a:rPr lang="ko-KR" altLang="en-US" dirty="0"/>
              <a:t>번 수집하여 평균</a:t>
            </a:r>
            <a:endParaRPr lang="ko-KR" altLang="en-US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F1A2C7-8120-EEF4-F2CD-FC44F67AE21B}"/>
              </a:ext>
            </a:extLst>
          </p:cNvPr>
          <p:cNvSpPr txBox="1"/>
          <p:nvPr/>
        </p:nvSpPr>
        <p:spPr>
          <a:xfrm>
            <a:off x="522514" y="1154858"/>
            <a:ext cx="5199017" cy="492788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volatile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uint16_t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avg_val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my_ADCC_ThresholdISR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avg_val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ADCC_GetFilterValue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altLang="ko-KR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ko-KR" altLang="en-US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평균값 반환</a:t>
            </a:r>
            <a:endParaRPr lang="ko-KR" alt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test_adc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uint16_t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adc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cntConversion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dbg_printf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"ADC Test Start</a:t>
            </a:r>
            <a:r>
              <a:rPr lang="en-US" altLang="ko-KR" sz="10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altLang="ko-KR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ADCC_SetADIInterruptHandler</a:t>
            </a:r>
            <a:r>
              <a:rPr lang="en-US" altLang="ko-KR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my_ADCC_ISR</a:t>
            </a:r>
            <a:r>
              <a:rPr lang="en-US" altLang="ko-KR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ADCC_SetADTIInterruptHandler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my_ADCC_ThresholdISR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altLang="ko-KR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ADCC_EnableContinuousConversion</a:t>
            </a:r>
            <a:r>
              <a:rPr lang="en-US" altLang="ko-KR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();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altLang="ko-KR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ADCC_DisableContinuousConversion</a:t>
            </a:r>
            <a:r>
              <a:rPr lang="en-US" altLang="ko-KR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();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ADCC_StartConversion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(channel_ANA0);</a:t>
            </a:r>
            <a:r>
              <a:rPr lang="en-US" altLang="ko-KR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ko-KR" altLang="en-US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채널선택만 필요함</a:t>
            </a:r>
            <a:r>
              <a:rPr lang="en-US" altLang="ko-KR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cntConversion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ADCC_GetCurrentCountofConversions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adc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ADCC_GetConversionResult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dbg_printf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"ADC: </a:t>
            </a:r>
            <a:r>
              <a:rPr lang="en-US" altLang="ko-KR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ko-KR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ko-KR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ko-KR" sz="10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adc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avg_val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cntConversion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delay_ms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B885C8-4A1F-6CE0-E91C-66A207A45E03}"/>
              </a:ext>
            </a:extLst>
          </p:cNvPr>
          <p:cNvSpPr txBox="1"/>
          <p:nvPr/>
        </p:nvSpPr>
        <p:spPr>
          <a:xfrm>
            <a:off x="6209210" y="5237454"/>
            <a:ext cx="564315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* MCC</a:t>
            </a:r>
            <a:r>
              <a:rPr lang="ko-KR" altLang="en-US" sz="1000" dirty="0">
                <a:solidFill>
                  <a:srgbClr val="FF0000"/>
                </a:solidFill>
              </a:rPr>
              <a:t>에서</a:t>
            </a:r>
            <a:r>
              <a:rPr lang="en-US" altLang="ko-KR" sz="1000" dirty="0">
                <a:solidFill>
                  <a:srgbClr val="FF0000"/>
                </a:solidFill>
              </a:rPr>
              <a:t> RPT=8, CRS=3, Timer=100ms</a:t>
            </a:r>
            <a:r>
              <a:rPr lang="ko-KR" altLang="en-US" sz="1000" dirty="0">
                <a:solidFill>
                  <a:srgbClr val="FF0000"/>
                </a:solidFill>
              </a:rPr>
              <a:t>로 설정하면</a:t>
            </a:r>
            <a:endParaRPr lang="en-US" altLang="ko-KR" sz="1000" dirty="0">
              <a:solidFill>
                <a:srgbClr val="FF0000"/>
              </a:solidFill>
            </a:endParaRPr>
          </a:p>
          <a:p>
            <a:endParaRPr lang="en-US" altLang="ko-KR" sz="1000" dirty="0">
              <a:solidFill>
                <a:srgbClr val="FF0000"/>
              </a:solidFill>
            </a:endParaRPr>
          </a:p>
          <a:p>
            <a:r>
              <a:rPr lang="ko-KR" altLang="en-US" sz="1000" dirty="0">
                <a:solidFill>
                  <a:srgbClr val="FF0000"/>
                </a:solidFill>
              </a:rPr>
              <a:t>원하는 시점에서 </a:t>
            </a:r>
            <a:r>
              <a:rPr lang="en-US" altLang="ko-KR" sz="1000" dirty="0">
                <a:solidFill>
                  <a:srgbClr val="FF0000"/>
                </a:solidFill>
              </a:rPr>
              <a:t>100ms</a:t>
            </a:r>
            <a:r>
              <a:rPr lang="ko-KR" altLang="en-US" sz="1000" dirty="0">
                <a:solidFill>
                  <a:srgbClr val="FF0000"/>
                </a:solidFill>
              </a:rPr>
              <a:t>간격 </a:t>
            </a:r>
            <a:r>
              <a:rPr lang="en-US" altLang="ko-KR" sz="1000" dirty="0">
                <a:solidFill>
                  <a:srgbClr val="FF0000"/>
                </a:solidFill>
              </a:rPr>
              <a:t>8</a:t>
            </a:r>
            <a:r>
              <a:rPr lang="ko-KR" altLang="en-US" sz="1000" dirty="0">
                <a:solidFill>
                  <a:srgbClr val="FF0000"/>
                </a:solidFill>
              </a:rPr>
              <a:t>번 평균값을 </a:t>
            </a:r>
            <a:r>
              <a:rPr lang="ko-KR" altLang="en-US" sz="1000" dirty="0" err="1">
                <a:solidFill>
                  <a:srgbClr val="FF0000"/>
                </a:solidFill>
              </a:rPr>
              <a:t>사용할수</a:t>
            </a:r>
            <a:r>
              <a:rPr lang="ko-KR" altLang="en-US" sz="1000" dirty="0">
                <a:solidFill>
                  <a:srgbClr val="FF0000"/>
                </a:solidFill>
              </a:rPr>
              <a:t> 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CC924F-7B9E-42AB-4DE7-1634CDC1FBC0}"/>
              </a:ext>
            </a:extLst>
          </p:cNvPr>
          <p:cNvSpPr txBox="1"/>
          <p:nvPr/>
        </p:nvSpPr>
        <p:spPr>
          <a:xfrm>
            <a:off x="6740434" y="1158960"/>
            <a:ext cx="3326674" cy="36211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14:35:07.385&gt; ADC: 2982,2983,8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14:35:08.460&gt; ADC: 2982,2980,2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14:35:09.520&gt; ADC: 2984,2981,4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14:35:10.530&gt; ADC: 2985,2980,7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14:35:11.572&gt; ADC: 2981,2982,1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14:35:12.647&gt; ADC: 2984,2982,4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14:35:13.638&gt; ADC: 2975,2983,6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14:35:14.710&gt; ADC: 2984,2983,8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14:35:15.709&gt; ADC: 2984,2981,3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14:35:16.768&gt; ADC: 2985,2984,5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14:35:17.830&gt; ADC: 2984,2984,7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14:35:18.828&gt; ADC: 2983,2983,2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14:35:19.887&gt; ADC: 2984,2983,4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14:35:20.902&gt; ADC: 2984,2982,7</a:t>
            </a:r>
          </a:p>
        </p:txBody>
      </p:sp>
    </p:spTree>
    <p:extLst>
      <p:ext uri="{BB962C8B-B14F-4D97-AF65-F5344CB8AC3E}">
        <p14:creationId xmlns:p14="http://schemas.microsoft.com/office/powerpoint/2010/main" val="4183072892"/>
      </p:ext>
    </p:extLst>
  </p:cSld>
  <p:clrMapOvr>
    <a:masterClrMapping/>
  </p:clrMapOvr>
</p:sld>
</file>

<file path=ppt/theme/theme1.xml><?xml version="1.0" encoding="utf-8"?>
<a:theme xmlns:a="http://schemas.openxmlformats.org/drawingml/2006/main" name="테마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테마1" id="{E6EDA104-B566-4938-B109-48D2CF147EE8}" vid="{E7A29308-96F0-4A74-97BF-6F0703C1C956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테마1</Template>
  <TotalTime>4535</TotalTime>
  <Words>1909</Words>
  <Application>Microsoft Office PowerPoint</Application>
  <PresentationFormat>와이드스크린</PresentationFormat>
  <Paragraphs>259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D2Coding</vt:lpstr>
      <vt:lpstr>돋움</vt:lpstr>
      <vt:lpstr>맑은 고딕</vt:lpstr>
      <vt:lpstr>Arial</vt:lpstr>
      <vt:lpstr>Consolas</vt:lpstr>
      <vt:lpstr>테마1</vt:lpstr>
      <vt:lpstr>ADCC – average_mode (no timer, no-ContinuousMode)</vt:lpstr>
      <vt:lpstr>ADCC – average_mode (no timer, no-ContinuousMode)</vt:lpstr>
      <vt:lpstr>ADCC – average_mode (Timer사용, no-ContinuousMode)</vt:lpstr>
      <vt:lpstr>ADCC – average_mode (Timer사용, no-ContinuousMode)</vt:lpstr>
      <vt:lpstr>ADCC – average_mode (Timer, no-ContinuousMode)</vt:lpstr>
      <vt:lpstr>ADCC – Burst_average_mode (no timer, no-ContinuousMode)</vt:lpstr>
      <vt:lpstr>ADCC – Burst_average_mode (no timer, no-ContinuousMode)</vt:lpstr>
      <vt:lpstr>ADCC – Burst_average_mode (Timer사용, no-ContinuousMode)</vt:lpstr>
      <vt:lpstr>ADCC – Burst_average_mode (Timer사용, no-ContinuousMode)</vt:lpstr>
      <vt:lpstr> ADC와 타이머 연결시 중요한점</vt:lpstr>
      <vt:lpstr>응용: AvgMode를 이용한 100ms간격 8번 수집하여 평균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준규 최</cp:lastModifiedBy>
  <cp:revision>298</cp:revision>
  <dcterms:created xsi:type="dcterms:W3CDTF">2018-08-03T05:16:29Z</dcterms:created>
  <dcterms:modified xsi:type="dcterms:W3CDTF">2025-12-17T05:37:14Z</dcterms:modified>
</cp:coreProperties>
</file>